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7"/>
  </p:notesMasterIdLst>
  <p:sldIdLst>
    <p:sldId id="256" r:id="rId2"/>
    <p:sldId id="290" r:id="rId3"/>
    <p:sldId id="257" r:id="rId4"/>
    <p:sldId id="310" r:id="rId5"/>
    <p:sldId id="291" r:id="rId6"/>
    <p:sldId id="307" r:id="rId7"/>
    <p:sldId id="298" r:id="rId8"/>
    <p:sldId id="303" r:id="rId9"/>
    <p:sldId id="304" r:id="rId10"/>
    <p:sldId id="305" r:id="rId11"/>
    <p:sldId id="299" r:id="rId12"/>
    <p:sldId id="258" r:id="rId13"/>
    <p:sldId id="293" r:id="rId14"/>
    <p:sldId id="311" r:id="rId15"/>
    <p:sldId id="294" r:id="rId16"/>
    <p:sldId id="295" r:id="rId17"/>
    <p:sldId id="296" r:id="rId18"/>
    <p:sldId id="300" r:id="rId19"/>
    <p:sldId id="301" r:id="rId20"/>
    <p:sldId id="302" r:id="rId21"/>
    <p:sldId id="312" r:id="rId22"/>
    <p:sldId id="308" r:id="rId23"/>
    <p:sldId id="297" r:id="rId24"/>
    <p:sldId id="309" r:id="rId25"/>
    <p:sldId id="282" r:id="rId26"/>
  </p:sldIdLst>
  <p:sldSz cx="9144000" cy="5143500" type="screen16x9"/>
  <p:notesSz cx="6858000" cy="9144000"/>
  <p:embeddedFontLst>
    <p:embeddedFont>
      <p:font typeface="Fira Sans Extra Condensed Medium" panose="020B0604020202020204" charset="0"/>
      <p:regular r:id="rId28"/>
      <p:bold r:id="rId29"/>
      <p:italic r:id="rId30"/>
      <p:boldItalic r:id="rId31"/>
    </p:embeddedFont>
    <p:embeddedFont>
      <p:font typeface="Lora" pitchFamily="2" charset="0"/>
      <p:regular r:id="rId32"/>
      <p:bold r:id="rId33"/>
      <p:italic r:id="rId34"/>
      <p:boldItalic r:id="rId35"/>
    </p:embeddedFont>
    <p:embeddedFont>
      <p:font typeface="Patrick Hand" panose="00000500000000000000" pitchFamily="2" charset="0"/>
      <p:regular r:id="rId36"/>
    </p:embeddedFont>
    <p:embeddedFont>
      <p:font typeface="Roboto" panose="020000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EBD7"/>
    <a:srgbClr val="1679AB"/>
    <a:srgbClr val="074173"/>
    <a:srgbClr val="FCD4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52BB58-EB22-4CEE-8803-870513A08BBF}" v="110" dt="2024-04-28T13:21:20.4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p:cViewPr varScale="1">
        <p:scale>
          <a:sx n="103" d="100"/>
          <a:sy n="103" d="100"/>
        </p:scale>
        <p:origin x="89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46219 Lê Hải Sơn" userId="b07ee673-6122-4980-99d9-cc7dd5bb86ef" providerId="ADAL" clId="{7F52BB58-EB22-4CEE-8803-870513A08BBF}"/>
    <pc:docChg chg="undo redo custSel addSld delSld modSld sldOrd modMainMaster">
      <pc:chgData name="a46219 Lê Hải Sơn" userId="b07ee673-6122-4980-99d9-cc7dd5bb86ef" providerId="ADAL" clId="{7F52BB58-EB22-4CEE-8803-870513A08BBF}" dt="2024-04-28T13:21:20.463" v="1799"/>
      <pc:docMkLst>
        <pc:docMk/>
      </pc:docMkLst>
      <pc:sldChg chg="modSp mod">
        <pc:chgData name="a46219 Lê Hải Sơn" userId="b07ee673-6122-4980-99d9-cc7dd5bb86ef" providerId="ADAL" clId="{7F52BB58-EB22-4CEE-8803-870513A08BBF}" dt="2024-04-28T13:21:20.463" v="1799"/>
        <pc:sldMkLst>
          <pc:docMk/>
          <pc:sldMk cId="0" sldId="256"/>
        </pc:sldMkLst>
        <pc:spChg chg="mod">
          <ac:chgData name="a46219 Lê Hải Sơn" userId="b07ee673-6122-4980-99d9-cc7dd5bb86ef" providerId="ADAL" clId="{7F52BB58-EB22-4CEE-8803-870513A08BBF}" dt="2024-04-28T13:21:20.463" v="1799"/>
          <ac:spMkLst>
            <pc:docMk/>
            <pc:sldMk cId="0" sldId="256"/>
            <ac:spMk id="55" creationId="{00000000-0000-0000-0000-000000000000}"/>
          </ac:spMkLst>
        </pc:spChg>
        <pc:spChg chg="mod">
          <ac:chgData name="a46219 Lê Hải Sơn" userId="b07ee673-6122-4980-99d9-cc7dd5bb86ef" providerId="ADAL" clId="{7F52BB58-EB22-4CEE-8803-870513A08BBF}" dt="2024-04-25T08:45:36.472" v="1231" actId="1036"/>
          <ac:spMkLst>
            <pc:docMk/>
            <pc:sldMk cId="0" sldId="256"/>
            <ac:spMk id="56" creationId="{00000000-0000-0000-0000-000000000000}"/>
          </ac:spMkLst>
        </pc:spChg>
      </pc:sldChg>
      <pc:sldChg chg="modSp mod">
        <pc:chgData name="a46219 Lê Hải Sơn" userId="b07ee673-6122-4980-99d9-cc7dd5bb86ef" providerId="ADAL" clId="{7F52BB58-EB22-4CEE-8803-870513A08BBF}" dt="2024-04-25T08:04:55.403" v="856" actId="1076"/>
        <pc:sldMkLst>
          <pc:docMk/>
          <pc:sldMk cId="0" sldId="257"/>
        </pc:sldMkLst>
        <pc:spChg chg="mod">
          <ac:chgData name="a46219 Lê Hải Sơn" userId="b07ee673-6122-4980-99d9-cc7dd5bb86ef" providerId="ADAL" clId="{7F52BB58-EB22-4CEE-8803-870513A08BBF}" dt="2024-04-25T08:04:16.531" v="852" actId="1076"/>
          <ac:spMkLst>
            <pc:docMk/>
            <pc:sldMk cId="0" sldId="257"/>
            <ac:spMk id="5" creationId="{0FA543BA-AA34-E57C-607C-CF453768154A}"/>
          </ac:spMkLst>
        </pc:spChg>
        <pc:spChg chg="mod">
          <ac:chgData name="a46219 Lê Hải Sơn" userId="b07ee673-6122-4980-99d9-cc7dd5bb86ef" providerId="ADAL" clId="{7F52BB58-EB22-4CEE-8803-870513A08BBF}" dt="2024-04-25T08:04:45.045" v="855" actId="1076"/>
          <ac:spMkLst>
            <pc:docMk/>
            <pc:sldMk cId="0" sldId="257"/>
            <ac:spMk id="116" creationId="{00000000-0000-0000-0000-000000000000}"/>
          </ac:spMkLst>
        </pc:spChg>
        <pc:spChg chg="mod">
          <ac:chgData name="a46219 Lê Hải Sơn" userId="b07ee673-6122-4980-99d9-cc7dd5bb86ef" providerId="ADAL" clId="{7F52BB58-EB22-4CEE-8803-870513A08BBF}" dt="2024-04-25T08:04:55.403" v="856" actId="1076"/>
          <ac:spMkLst>
            <pc:docMk/>
            <pc:sldMk cId="0" sldId="257"/>
            <ac:spMk id="117" creationId="{00000000-0000-0000-0000-000000000000}"/>
          </ac:spMkLst>
        </pc:spChg>
        <pc:spChg chg="mod">
          <ac:chgData name="a46219 Lê Hải Sơn" userId="b07ee673-6122-4980-99d9-cc7dd5bb86ef" providerId="ADAL" clId="{7F52BB58-EB22-4CEE-8803-870513A08BBF}" dt="2024-04-25T08:04:24.337" v="853" actId="1076"/>
          <ac:spMkLst>
            <pc:docMk/>
            <pc:sldMk cId="0" sldId="257"/>
            <ac:spMk id="118" creationId="{00000000-0000-0000-0000-000000000000}"/>
          </ac:spMkLst>
        </pc:spChg>
      </pc:sldChg>
      <pc:sldChg chg="ord">
        <pc:chgData name="a46219 Lê Hải Sơn" userId="b07ee673-6122-4980-99d9-cc7dd5bb86ef" providerId="ADAL" clId="{7F52BB58-EB22-4CEE-8803-870513A08BBF}" dt="2024-04-25T08:23:10.708" v="1168"/>
        <pc:sldMkLst>
          <pc:docMk/>
          <pc:sldMk cId="0" sldId="258"/>
        </pc:sldMkLst>
      </pc:sldChg>
      <pc:sldChg chg="modSp mod">
        <pc:chgData name="a46219 Lê Hải Sơn" userId="b07ee673-6122-4980-99d9-cc7dd5bb86ef" providerId="ADAL" clId="{7F52BB58-EB22-4CEE-8803-870513A08BBF}" dt="2024-04-27T16:52:28.753" v="1415" actId="1036"/>
        <pc:sldMkLst>
          <pc:docMk/>
          <pc:sldMk cId="3256118525" sldId="293"/>
        </pc:sldMkLst>
        <pc:spChg chg="mod">
          <ac:chgData name="a46219 Lê Hải Sơn" userId="b07ee673-6122-4980-99d9-cc7dd5bb86ef" providerId="ADAL" clId="{7F52BB58-EB22-4CEE-8803-870513A08BBF}" dt="2024-04-27T16:51:54.619" v="1388" actId="1076"/>
          <ac:spMkLst>
            <pc:docMk/>
            <pc:sldMk cId="3256118525" sldId="293"/>
            <ac:spMk id="147" creationId="{00000000-0000-0000-0000-000000000000}"/>
          </ac:spMkLst>
        </pc:spChg>
        <pc:grpChg chg="mod">
          <ac:chgData name="a46219 Lê Hải Sơn" userId="b07ee673-6122-4980-99d9-cc7dd5bb86ef" providerId="ADAL" clId="{7F52BB58-EB22-4CEE-8803-870513A08BBF}" dt="2024-04-27T16:52:19.686" v="1389" actId="1076"/>
          <ac:grpSpMkLst>
            <pc:docMk/>
            <pc:sldMk cId="3256118525" sldId="293"/>
            <ac:grpSpMk id="148" creationId="{00000000-0000-0000-0000-000000000000}"/>
          </ac:grpSpMkLst>
        </pc:grpChg>
        <pc:grpChg chg="mod">
          <ac:chgData name="a46219 Lê Hải Sơn" userId="b07ee673-6122-4980-99d9-cc7dd5bb86ef" providerId="ADAL" clId="{7F52BB58-EB22-4CEE-8803-870513A08BBF}" dt="2024-04-27T16:52:28.753" v="1415" actId="1036"/>
          <ac:grpSpMkLst>
            <pc:docMk/>
            <pc:sldMk cId="3256118525" sldId="293"/>
            <ac:grpSpMk id="152" creationId="{00000000-0000-0000-0000-000000000000}"/>
          </ac:grpSpMkLst>
        </pc:grpChg>
        <pc:picChg chg="mod">
          <ac:chgData name="a46219 Lê Hải Sơn" userId="b07ee673-6122-4980-99d9-cc7dd5bb86ef" providerId="ADAL" clId="{7F52BB58-EB22-4CEE-8803-870513A08BBF}" dt="2024-04-27T16:13:06.195" v="1253" actId="1036"/>
          <ac:picMkLst>
            <pc:docMk/>
            <pc:sldMk cId="3256118525" sldId="293"/>
            <ac:picMk id="2" creationId="{D33CEEA0-6B5D-40F2-1993-4D72C53A6193}"/>
          </ac:picMkLst>
        </pc:picChg>
      </pc:sldChg>
      <pc:sldChg chg="addSp delSp modSp mod">
        <pc:chgData name="a46219 Lê Hải Sơn" userId="b07ee673-6122-4980-99d9-cc7dd5bb86ef" providerId="ADAL" clId="{7F52BB58-EB22-4CEE-8803-870513A08BBF}" dt="2024-04-28T13:21:05.099" v="1782" actId="20577"/>
        <pc:sldMkLst>
          <pc:docMk/>
          <pc:sldMk cId="2359159808" sldId="294"/>
        </pc:sldMkLst>
        <pc:spChg chg="mod">
          <ac:chgData name="a46219 Lê Hải Sơn" userId="b07ee673-6122-4980-99d9-cc7dd5bb86ef" providerId="ADAL" clId="{7F52BB58-EB22-4CEE-8803-870513A08BBF}" dt="2024-04-25T06:50:12.815" v="193" actId="20577"/>
          <ac:spMkLst>
            <pc:docMk/>
            <pc:sldMk cId="2359159808" sldId="294"/>
            <ac:spMk id="15" creationId="{2624676C-41E6-9D95-F1AB-45275EC639C9}"/>
          </ac:spMkLst>
        </pc:spChg>
        <pc:spChg chg="add del mod topLvl">
          <ac:chgData name="a46219 Lê Hải Sơn" userId="b07ee673-6122-4980-99d9-cc7dd5bb86ef" providerId="ADAL" clId="{7F52BB58-EB22-4CEE-8803-870513A08BBF}" dt="2024-04-25T06:50:53.044" v="215" actId="20577"/>
          <ac:spMkLst>
            <pc:docMk/>
            <pc:sldMk cId="2359159808" sldId="294"/>
            <ac:spMk id="19" creationId="{28C20468-D590-924A-31EC-7205C2A73393}"/>
          </ac:spMkLst>
        </pc:spChg>
        <pc:spChg chg="mod topLvl">
          <ac:chgData name="a46219 Lê Hải Sơn" userId="b07ee673-6122-4980-99d9-cc7dd5bb86ef" providerId="ADAL" clId="{7F52BB58-EB22-4CEE-8803-870513A08BBF}" dt="2024-04-25T06:50:46.738" v="195" actId="478"/>
          <ac:spMkLst>
            <pc:docMk/>
            <pc:sldMk cId="2359159808" sldId="294"/>
            <ac:spMk id="20" creationId="{6AC272A7-1550-4292-99D3-5CC80C185B06}"/>
          </ac:spMkLst>
        </pc:spChg>
        <pc:spChg chg="add mod">
          <ac:chgData name="a46219 Lê Hải Sơn" userId="b07ee673-6122-4980-99d9-cc7dd5bb86ef" providerId="ADAL" clId="{7F52BB58-EB22-4CEE-8803-870513A08BBF}" dt="2024-04-25T06:44:01.113" v="84" actId="14100"/>
          <ac:spMkLst>
            <pc:docMk/>
            <pc:sldMk cId="2359159808" sldId="294"/>
            <ac:spMk id="23" creationId="{2E56ABB2-E5B1-E581-DC66-AC30C1787985}"/>
          </ac:spMkLst>
        </pc:spChg>
        <pc:spChg chg="add mod">
          <ac:chgData name="a46219 Lê Hải Sơn" userId="b07ee673-6122-4980-99d9-cc7dd5bb86ef" providerId="ADAL" clId="{7F52BB58-EB22-4CEE-8803-870513A08BBF}" dt="2024-04-25T06:45:19.141" v="101" actId="1076"/>
          <ac:spMkLst>
            <pc:docMk/>
            <pc:sldMk cId="2359159808" sldId="294"/>
            <ac:spMk id="27" creationId="{B2878D3B-D568-9A4F-A4DD-67088FEDB416}"/>
          </ac:spMkLst>
        </pc:spChg>
        <pc:spChg chg="mod">
          <ac:chgData name="a46219 Lê Hải Sơn" userId="b07ee673-6122-4980-99d9-cc7dd5bb86ef" providerId="ADAL" clId="{7F52BB58-EB22-4CEE-8803-870513A08BBF}" dt="2024-04-28T13:21:05.099" v="1782" actId="20577"/>
          <ac:spMkLst>
            <pc:docMk/>
            <pc:sldMk cId="2359159808" sldId="294"/>
            <ac:spMk id="192" creationId="{00000000-0000-0000-0000-000000000000}"/>
          </ac:spMkLst>
        </pc:spChg>
        <pc:grpChg chg="add del">
          <ac:chgData name="a46219 Lê Hải Sơn" userId="b07ee673-6122-4980-99d9-cc7dd5bb86ef" providerId="ADAL" clId="{7F52BB58-EB22-4CEE-8803-870513A08BBF}" dt="2024-04-25T06:50:46.738" v="195" actId="478"/>
          <ac:grpSpMkLst>
            <pc:docMk/>
            <pc:sldMk cId="2359159808" sldId="294"/>
            <ac:grpSpMk id="17" creationId="{C9D4EBBB-BC3F-021E-5AA7-DF00EA3EDD3A}"/>
          </ac:grpSpMkLst>
        </pc:grpChg>
        <pc:picChg chg="mod">
          <ac:chgData name="a46219 Lê Hải Sơn" userId="b07ee673-6122-4980-99d9-cc7dd5bb86ef" providerId="ADAL" clId="{7F52BB58-EB22-4CEE-8803-870513A08BBF}" dt="2024-04-25T06:45:11.729" v="100" actId="1076"/>
          <ac:picMkLst>
            <pc:docMk/>
            <pc:sldMk cId="2359159808" sldId="294"/>
            <ac:picMk id="5" creationId="{9E76574B-60E7-8AF8-90BD-F599EC574792}"/>
          </ac:picMkLst>
        </pc:picChg>
        <pc:picChg chg="add del mod">
          <ac:chgData name="a46219 Lê Hải Sơn" userId="b07ee673-6122-4980-99d9-cc7dd5bb86ef" providerId="ADAL" clId="{7F52BB58-EB22-4CEE-8803-870513A08BBF}" dt="2024-04-25T06:44:53.547" v="93" actId="22"/>
          <ac:picMkLst>
            <pc:docMk/>
            <pc:sldMk cId="2359159808" sldId="294"/>
            <ac:picMk id="26" creationId="{2A696446-A0AC-0181-7A76-B2364B09D856}"/>
          </ac:picMkLst>
        </pc:picChg>
        <pc:cxnChg chg="add mod">
          <ac:chgData name="a46219 Lê Hải Sơn" userId="b07ee673-6122-4980-99d9-cc7dd5bb86ef" providerId="ADAL" clId="{7F52BB58-EB22-4CEE-8803-870513A08BBF}" dt="2024-04-25T06:43:06.054" v="50" actId="14100"/>
          <ac:cxnSpMkLst>
            <pc:docMk/>
            <pc:sldMk cId="2359159808" sldId="294"/>
            <ac:cxnSpMk id="21" creationId="{77AC85A6-3CC0-299E-647E-EEDC7E33E3B0}"/>
          </ac:cxnSpMkLst>
        </pc:cxnChg>
        <pc:cxnChg chg="add mod">
          <ac:chgData name="a46219 Lê Hải Sơn" userId="b07ee673-6122-4980-99d9-cc7dd5bb86ef" providerId="ADAL" clId="{7F52BB58-EB22-4CEE-8803-870513A08BBF}" dt="2024-04-25T06:44:28.014" v="87" actId="1076"/>
          <ac:cxnSpMkLst>
            <pc:docMk/>
            <pc:sldMk cId="2359159808" sldId="294"/>
            <ac:cxnSpMk id="24" creationId="{13418C16-22F6-F029-B2CD-BF2B7CF9FE6D}"/>
          </ac:cxnSpMkLst>
        </pc:cxnChg>
      </pc:sldChg>
      <pc:sldChg chg="modSp mod">
        <pc:chgData name="a46219 Lê Hải Sơn" userId="b07ee673-6122-4980-99d9-cc7dd5bb86ef" providerId="ADAL" clId="{7F52BB58-EB22-4CEE-8803-870513A08BBF}" dt="2024-04-25T07:01:46.942" v="376" actId="20577"/>
        <pc:sldMkLst>
          <pc:docMk/>
          <pc:sldMk cId="3285457748" sldId="295"/>
        </pc:sldMkLst>
        <pc:spChg chg="mod">
          <ac:chgData name="a46219 Lê Hải Sơn" userId="b07ee673-6122-4980-99d9-cc7dd5bb86ef" providerId="ADAL" clId="{7F52BB58-EB22-4CEE-8803-870513A08BBF}" dt="2024-04-25T07:01:46.942" v="376" actId="20577"/>
          <ac:spMkLst>
            <pc:docMk/>
            <pc:sldMk cId="3285457748" sldId="295"/>
            <ac:spMk id="14" creationId="{4E0EE30E-9987-032C-B3C3-B428D93D78D7}"/>
          </ac:spMkLst>
        </pc:spChg>
      </pc:sldChg>
      <pc:sldChg chg="modSp mod ord">
        <pc:chgData name="a46219 Lê Hải Sơn" userId="b07ee673-6122-4980-99d9-cc7dd5bb86ef" providerId="ADAL" clId="{7F52BB58-EB22-4CEE-8803-870513A08BBF}" dt="2024-04-27T17:08:53.983" v="1722" actId="20577"/>
        <pc:sldMkLst>
          <pc:docMk/>
          <pc:sldMk cId="0" sldId="297"/>
        </pc:sldMkLst>
        <pc:spChg chg="mod">
          <ac:chgData name="a46219 Lê Hải Sơn" userId="b07ee673-6122-4980-99d9-cc7dd5bb86ef" providerId="ADAL" clId="{7F52BB58-EB22-4CEE-8803-870513A08BBF}" dt="2024-04-27T17:08:53.983" v="1722" actId="20577"/>
          <ac:spMkLst>
            <pc:docMk/>
            <pc:sldMk cId="0" sldId="297"/>
            <ac:spMk id="583" creationId="{00000000-0000-0000-0000-000000000000}"/>
          </ac:spMkLst>
        </pc:spChg>
      </pc:sldChg>
      <pc:sldChg chg="addSp delSp modSp mod">
        <pc:chgData name="a46219 Lê Hải Sơn" userId="b07ee673-6122-4980-99d9-cc7dd5bb86ef" providerId="ADAL" clId="{7F52BB58-EB22-4CEE-8803-870513A08BBF}" dt="2024-04-27T16:58:23.781" v="1673" actId="14100"/>
        <pc:sldMkLst>
          <pc:docMk/>
          <pc:sldMk cId="29942222" sldId="299"/>
        </pc:sldMkLst>
        <pc:spChg chg="mod">
          <ac:chgData name="a46219 Lê Hải Sơn" userId="b07ee673-6122-4980-99d9-cc7dd5bb86ef" providerId="ADAL" clId="{7F52BB58-EB22-4CEE-8803-870513A08BBF}" dt="2024-04-27T16:58:23.781" v="1673" actId="14100"/>
          <ac:spMkLst>
            <pc:docMk/>
            <pc:sldMk cId="29942222" sldId="299"/>
            <ac:spMk id="13" creationId="{24CA1F69-95E4-A8F9-4FFF-A5640AA03AE1}"/>
          </ac:spMkLst>
        </pc:spChg>
        <pc:picChg chg="del">
          <ac:chgData name="a46219 Lê Hải Sơn" userId="b07ee673-6122-4980-99d9-cc7dd5bb86ef" providerId="ADAL" clId="{7F52BB58-EB22-4CEE-8803-870513A08BBF}" dt="2024-04-27T16:56:50.567" v="1467" actId="478"/>
          <ac:picMkLst>
            <pc:docMk/>
            <pc:sldMk cId="29942222" sldId="299"/>
            <ac:picMk id="3" creationId="{20E8E37A-94E7-18CD-2253-89697ED5D134}"/>
          </ac:picMkLst>
        </pc:picChg>
        <pc:picChg chg="add mod">
          <ac:chgData name="a46219 Lê Hải Sơn" userId="b07ee673-6122-4980-99d9-cc7dd5bb86ef" providerId="ADAL" clId="{7F52BB58-EB22-4CEE-8803-870513A08BBF}" dt="2024-04-27T16:56:59.441" v="1470" actId="1076"/>
          <ac:picMkLst>
            <pc:docMk/>
            <pc:sldMk cId="29942222" sldId="299"/>
            <ac:picMk id="11" creationId="{640F0976-1EE3-B079-15BF-002829082D7F}"/>
          </ac:picMkLst>
        </pc:picChg>
      </pc:sldChg>
      <pc:sldChg chg="modSp mod">
        <pc:chgData name="a46219 Lê Hải Sơn" userId="b07ee673-6122-4980-99d9-cc7dd5bb86ef" providerId="ADAL" clId="{7F52BB58-EB22-4CEE-8803-870513A08BBF}" dt="2024-04-25T06:56:31.122" v="360" actId="1076"/>
        <pc:sldMkLst>
          <pc:docMk/>
          <pc:sldMk cId="0" sldId="301"/>
        </pc:sldMkLst>
        <pc:spChg chg="mod">
          <ac:chgData name="a46219 Lê Hải Sơn" userId="b07ee673-6122-4980-99d9-cc7dd5bb86ef" providerId="ADAL" clId="{7F52BB58-EB22-4CEE-8803-870513A08BBF}" dt="2024-04-25T06:55:58.654" v="302" actId="1035"/>
          <ac:spMkLst>
            <pc:docMk/>
            <pc:sldMk cId="0" sldId="301"/>
            <ac:spMk id="3" creationId="{E09C2F31-8621-DD0F-252E-1028355822F4}"/>
          </ac:spMkLst>
        </pc:spChg>
        <pc:spChg chg="mod">
          <ac:chgData name="a46219 Lê Hải Sơn" userId="b07ee673-6122-4980-99d9-cc7dd5bb86ef" providerId="ADAL" clId="{7F52BB58-EB22-4CEE-8803-870513A08BBF}" dt="2024-04-25T06:56:17.992" v="331" actId="1036"/>
          <ac:spMkLst>
            <pc:docMk/>
            <pc:sldMk cId="0" sldId="301"/>
            <ac:spMk id="1320" creationId="{00000000-0000-0000-0000-000000000000}"/>
          </ac:spMkLst>
        </pc:spChg>
        <pc:spChg chg="mod">
          <ac:chgData name="a46219 Lê Hải Sơn" userId="b07ee673-6122-4980-99d9-cc7dd5bb86ef" providerId="ADAL" clId="{7F52BB58-EB22-4CEE-8803-870513A08BBF}" dt="2024-04-25T06:56:25.577" v="359" actId="1036"/>
          <ac:spMkLst>
            <pc:docMk/>
            <pc:sldMk cId="0" sldId="301"/>
            <ac:spMk id="1322" creationId="{00000000-0000-0000-0000-000000000000}"/>
          </ac:spMkLst>
        </pc:spChg>
        <pc:spChg chg="mod">
          <ac:chgData name="a46219 Lê Hải Sơn" userId="b07ee673-6122-4980-99d9-cc7dd5bb86ef" providerId="ADAL" clId="{7F52BB58-EB22-4CEE-8803-870513A08BBF}" dt="2024-04-25T06:56:31.122" v="360" actId="1076"/>
          <ac:spMkLst>
            <pc:docMk/>
            <pc:sldMk cId="0" sldId="301"/>
            <ac:spMk id="1323" creationId="{00000000-0000-0000-0000-000000000000}"/>
          </ac:spMkLst>
        </pc:spChg>
        <pc:spChg chg="mod">
          <ac:chgData name="a46219 Lê Hải Sơn" userId="b07ee673-6122-4980-99d9-cc7dd5bb86ef" providerId="ADAL" clId="{7F52BB58-EB22-4CEE-8803-870513A08BBF}" dt="2024-04-25T06:56:10.685" v="304" actId="1076"/>
          <ac:spMkLst>
            <pc:docMk/>
            <pc:sldMk cId="0" sldId="301"/>
            <ac:spMk id="1324" creationId="{00000000-0000-0000-0000-000000000000}"/>
          </ac:spMkLst>
        </pc:spChg>
        <pc:spChg chg="mod">
          <ac:chgData name="a46219 Lê Hải Sơn" userId="b07ee673-6122-4980-99d9-cc7dd5bb86ef" providerId="ADAL" clId="{7F52BB58-EB22-4CEE-8803-870513A08BBF}" dt="2024-04-25T06:56:05.041" v="303" actId="1076"/>
          <ac:spMkLst>
            <pc:docMk/>
            <pc:sldMk cId="0" sldId="301"/>
            <ac:spMk id="1325" creationId="{00000000-0000-0000-0000-000000000000}"/>
          </ac:spMkLst>
        </pc:spChg>
      </pc:sldChg>
      <pc:sldChg chg="modSp mod ord">
        <pc:chgData name="a46219 Lê Hải Sơn" userId="b07ee673-6122-4980-99d9-cc7dd5bb86ef" providerId="ADAL" clId="{7F52BB58-EB22-4CEE-8803-870513A08BBF}" dt="2024-04-25T08:48:26.492" v="1233"/>
        <pc:sldMkLst>
          <pc:docMk/>
          <pc:sldMk cId="0" sldId="302"/>
        </pc:sldMkLst>
        <pc:spChg chg="mod">
          <ac:chgData name="a46219 Lê Hải Sơn" userId="b07ee673-6122-4980-99d9-cc7dd5bb86ef" providerId="ADAL" clId="{7F52BB58-EB22-4CEE-8803-870513A08BBF}" dt="2024-04-25T07:54:59.427" v="665" actId="20577"/>
          <ac:spMkLst>
            <pc:docMk/>
            <pc:sldMk cId="0" sldId="302"/>
            <ac:spMk id="1162" creationId="{00000000-0000-0000-0000-000000000000}"/>
          </ac:spMkLst>
        </pc:spChg>
        <pc:spChg chg="mod">
          <ac:chgData name="a46219 Lê Hải Sơn" userId="b07ee673-6122-4980-99d9-cc7dd5bb86ef" providerId="ADAL" clId="{7F52BB58-EB22-4CEE-8803-870513A08BBF}" dt="2024-04-25T07:55:48.108" v="686" actId="1076"/>
          <ac:spMkLst>
            <pc:docMk/>
            <pc:sldMk cId="0" sldId="302"/>
            <ac:spMk id="1164" creationId="{00000000-0000-0000-0000-000000000000}"/>
          </ac:spMkLst>
        </pc:spChg>
      </pc:sldChg>
      <pc:sldChg chg="addSp delSp modSp mod">
        <pc:chgData name="a46219 Lê Hải Sơn" userId="b07ee673-6122-4980-99d9-cc7dd5bb86ef" providerId="ADAL" clId="{7F52BB58-EB22-4CEE-8803-870513A08BBF}" dt="2024-04-25T07:30:02.355" v="507" actId="21"/>
        <pc:sldMkLst>
          <pc:docMk/>
          <pc:sldMk cId="3569560089" sldId="308"/>
        </pc:sldMkLst>
        <pc:spChg chg="add del mod">
          <ac:chgData name="a46219 Lê Hải Sơn" userId="b07ee673-6122-4980-99d9-cc7dd5bb86ef" providerId="ADAL" clId="{7F52BB58-EB22-4CEE-8803-870513A08BBF}" dt="2024-04-25T07:30:02.355" v="507" actId="21"/>
          <ac:spMkLst>
            <pc:docMk/>
            <pc:sldMk cId="3569560089" sldId="308"/>
            <ac:spMk id="13" creationId="{CF20C8F7-33D4-53CC-FF3B-6984CE40EBF2}"/>
          </ac:spMkLst>
        </pc:spChg>
        <pc:spChg chg="mod">
          <ac:chgData name="a46219 Lê Hải Sơn" userId="b07ee673-6122-4980-99d9-cc7dd5bb86ef" providerId="ADAL" clId="{7F52BB58-EB22-4CEE-8803-870513A08BBF}" dt="2024-04-25T07:13:24.845" v="412" actId="1035"/>
          <ac:spMkLst>
            <pc:docMk/>
            <pc:sldMk cId="3569560089" sldId="308"/>
            <ac:spMk id="14" creationId="{EC384C19-6547-4EB2-9CC3-FB28D934EBF0}"/>
          </ac:spMkLst>
        </pc:spChg>
        <pc:spChg chg="add mod">
          <ac:chgData name="a46219 Lê Hải Sơn" userId="b07ee673-6122-4980-99d9-cc7dd5bb86ef" providerId="ADAL" clId="{7F52BB58-EB22-4CEE-8803-870513A08BBF}" dt="2024-04-25T07:15:44.290" v="441"/>
          <ac:spMkLst>
            <pc:docMk/>
            <pc:sldMk cId="3569560089" sldId="308"/>
            <ac:spMk id="15" creationId="{7CC5F8B3-5B24-5B02-2170-8B2F2EC6580E}"/>
          </ac:spMkLst>
        </pc:spChg>
        <pc:spChg chg="mod">
          <ac:chgData name="a46219 Lê Hải Sơn" userId="b07ee673-6122-4980-99d9-cc7dd5bb86ef" providerId="ADAL" clId="{7F52BB58-EB22-4CEE-8803-870513A08BBF}" dt="2024-04-25T07:24:09.089" v="469" actId="114"/>
          <ac:spMkLst>
            <pc:docMk/>
            <pc:sldMk cId="3569560089" sldId="308"/>
            <ac:spMk id="16" creationId="{14BC8D3E-2D19-E63E-5FD4-654C39789DBF}"/>
          </ac:spMkLst>
        </pc:spChg>
        <pc:spChg chg="del mod">
          <ac:chgData name="a46219 Lê Hải Sơn" userId="b07ee673-6122-4980-99d9-cc7dd5bb86ef" providerId="ADAL" clId="{7F52BB58-EB22-4CEE-8803-870513A08BBF}" dt="2024-04-25T07:04:41.186" v="378" actId="478"/>
          <ac:spMkLst>
            <pc:docMk/>
            <pc:sldMk cId="3569560089" sldId="308"/>
            <ac:spMk id="18" creationId="{642B637B-D852-11EB-217B-B0C70C1FFB28}"/>
          </ac:spMkLst>
        </pc:spChg>
        <pc:spChg chg="mod">
          <ac:chgData name="a46219 Lê Hải Sơn" userId="b07ee673-6122-4980-99d9-cc7dd5bb86ef" providerId="ADAL" clId="{7F52BB58-EB22-4CEE-8803-870513A08BBF}" dt="2024-04-25T07:25:05.926" v="470" actId="1076"/>
          <ac:spMkLst>
            <pc:docMk/>
            <pc:sldMk cId="3569560089" sldId="308"/>
            <ac:spMk id="22" creationId="{2824C02F-9477-0B6D-E5C9-53A8CFF66927}"/>
          </ac:spMkLst>
        </pc:spChg>
      </pc:sldChg>
      <pc:sldChg chg="addSp delSp modSp mod">
        <pc:chgData name="a46219 Lê Hải Sơn" userId="b07ee673-6122-4980-99d9-cc7dd5bb86ef" providerId="ADAL" clId="{7F52BB58-EB22-4CEE-8803-870513A08BBF}" dt="2024-04-28T04:39:20.124" v="1758" actId="15"/>
        <pc:sldMkLst>
          <pc:docMk/>
          <pc:sldMk cId="2965802823" sldId="309"/>
        </pc:sldMkLst>
        <pc:spChg chg="mod">
          <ac:chgData name="a46219 Lê Hải Sơn" userId="b07ee673-6122-4980-99d9-cc7dd5bb86ef" providerId="ADAL" clId="{7F52BB58-EB22-4CEE-8803-870513A08BBF}" dt="2024-04-27T17:13:26.421" v="1752" actId="1035"/>
          <ac:spMkLst>
            <pc:docMk/>
            <pc:sldMk cId="2965802823" sldId="309"/>
            <ac:spMk id="2" creationId="{2A34D30C-C243-EAEB-8B9C-8BD6AB1473BA}"/>
          </ac:spMkLst>
        </pc:spChg>
        <pc:spChg chg="add mod">
          <ac:chgData name="a46219 Lê Hải Sơn" userId="b07ee673-6122-4980-99d9-cc7dd5bb86ef" providerId="ADAL" clId="{7F52BB58-EB22-4CEE-8803-870513A08BBF}" dt="2024-04-27T17:07:12.643" v="1716" actId="1076"/>
          <ac:spMkLst>
            <pc:docMk/>
            <pc:sldMk cId="2965802823" sldId="309"/>
            <ac:spMk id="3" creationId="{B25386CF-ECDA-43D3-C562-3DA191EED07F}"/>
          </ac:spMkLst>
        </pc:spChg>
        <pc:spChg chg="mod">
          <ac:chgData name="a46219 Lê Hải Sơn" userId="b07ee673-6122-4980-99d9-cc7dd5bb86ef" providerId="ADAL" clId="{7F52BB58-EB22-4CEE-8803-870513A08BBF}" dt="2024-04-27T17:06:46.906" v="1711" actId="1035"/>
          <ac:spMkLst>
            <pc:docMk/>
            <pc:sldMk cId="2965802823" sldId="309"/>
            <ac:spMk id="4" creationId="{AC96D0E2-C18E-F8D6-9E10-00F17C43AA18}"/>
          </ac:spMkLst>
        </pc:spChg>
        <pc:spChg chg="add mod">
          <ac:chgData name="a46219 Lê Hải Sơn" userId="b07ee673-6122-4980-99d9-cc7dd5bb86ef" providerId="ADAL" clId="{7F52BB58-EB22-4CEE-8803-870513A08BBF}" dt="2024-04-27T17:07:27.394" v="1719" actId="1076"/>
          <ac:spMkLst>
            <pc:docMk/>
            <pc:sldMk cId="2965802823" sldId="309"/>
            <ac:spMk id="5" creationId="{558DCAA2-01C1-C449-D10D-8CF8EBA1626F}"/>
          </ac:spMkLst>
        </pc:spChg>
        <pc:spChg chg="mod">
          <ac:chgData name="a46219 Lê Hải Sơn" userId="b07ee673-6122-4980-99d9-cc7dd5bb86ef" providerId="ADAL" clId="{7F52BB58-EB22-4CEE-8803-870513A08BBF}" dt="2024-04-27T17:07:02.523" v="1714" actId="1076"/>
          <ac:spMkLst>
            <pc:docMk/>
            <pc:sldMk cId="2965802823" sldId="309"/>
            <ac:spMk id="6" creationId="{74EE2BA7-C45C-79E2-B657-6636EB610D0F}"/>
          </ac:spMkLst>
        </pc:spChg>
        <pc:spChg chg="add mod">
          <ac:chgData name="a46219 Lê Hải Sơn" userId="b07ee673-6122-4980-99d9-cc7dd5bb86ef" providerId="ADAL" clId="{7F52BB58-EB22-4CEE-8803-870513A08BBF}" dt="2024-04-27T17:07:18.721" v="1717" actId="1076"/>
          <ac:spMkLst>
            <pc:docMk/>
            <pc:sldMk cId="2965802823" sldId="309"/>
            <ac:spMk id="7" creationId="{6FDE1645-65CD-D6AE-D8BB-81FA52A7AF83}"/>
          </ac:spMkLst>
        </pc:spChg>
        <pc:spChg chg="mod">
          <ac:chgData name="a46219 Lê Hải Sơn" userId="b07ee673-6122-4980-99d9-cc7dd5bb86ef" providerId="ADAL" clId="{7F52BB58-EB22-4CEE-8803-870513A08BBF}" dt="2024-04-28T04:39:20.124" v="1758" actId="15"/>
          <ac:spMkLst>
            <pc:docMk/>
            <pc:sldMk cId="2965802823" sldId="309"/>
            <ac:spMk id="8" creationId="{B3673156-6A10-52CF-0495-23A339FC08BF}"/>
          </ac:spMkLst>
        </pc:spChg>
        <pc:spChg chg="add mod">
          <ac:chgData name="a46219 Lê Hải Sơn" userId="b07ee673-6122-4980-99d9-cc7dd5bb86ef" providerId="ADAL" clId="{7F52BB58-EB22-4CEE-8803-870513A08BBF}" dt="2024-04-27T17:13:34.458" v="1754" actId="1035"/>
          <ac:spMkLst>
            <pc:docMk/>
            <pc:sldMk cId="2965802823" sldId="309"/>
            <ac:spMk id="11" creationId="{A990EF50-2F6B-E1A0-CF6F-4475AC13C0BF}"/>
          </ac:spMkLst>
        </pc:spChg>
        <pc:spChg chg="add mod">
          <ac:chgData name="a46219 Lê Hải Sơn" userId="b07ee673-6122-4980-99d9-cc7dd5bb86ef" providerId="ADAL" clId="{7F52BB58-EB22-4CEE-8803-870513A08BBF}" dt="2024-04-27T17:13:41.222" v="1757"/>
          <ac:spMkLst>
            <pc:docMk/>
            <pc:sldMk cId="2965802823" sldId="309"/>
            <ac:spMk id="12" creationId="{16A78B8E-C31E-2BB2-7FA7-EAFE30BC4743}"/>
          </ac:spMkLst>
        </pc:spChg>
        <pc:picChg chg="add del">
          <ac:chgData name="a46219 Lê Hải Sơn" userId="b07ee673-6122-4980-99d9-cc7dd5bb86ef" providerId="ADAL" clId="{7F52BB58-EB22-4CEE-8803-870513A08BBF}" dt="2024-04-27T17:09:01.349" v="1724" actId="22"/>
          <ac:picMkLst>
            <pc:docMk/>
            <pc:sldMk cId="2965802823" sldId="309"/>
            <ac:picMk id="10" creationId="{B7182CD5-BAEA-E6DD-F18B-18D05D9251B5}"/>
          </ac:picMkLst>
        </pc:picChg>
      </pc:sldChg>
      <pc:sldChg chg="delSp modSp add del mod setBg">
        <pc:chgData name="a46219 Lê Hải Sơn" userId="b07ee673-6122-4980-99d9-cc7dd5bb86ef" providerId="ADAL" clId="{7F52BB58-EB22-4CEE-8803-870513A08BBF}" dt="2024-04-25T07:26:32.170" v="471" actId="2696"/>
        <pc:sldMkLst>
          <pc:docMk/>
          <pc:sldMk cId="83111730" sldId="311"/>
        </pc:sldMkLst>
        <pc:spChg chg="mod">
          <ac:chgData name="a46219 Lê Hải Sơn" userId="b07ee673-6122-4980-99d9-cc7dd5bb86ef" providerId="ADAL" clId="{7F52BB58-EB22-4CEE-8803-870513A08BBF}" dt="2024-04-25T05:50:28.545" v="1" actId="207"/>
          <ac:spMkLst>
            <pc:docMk/>
            <pc:sldMk cId="83111730" sldId="311"/>
            <ac:spMk id="11" creationId="{B550A60D-FB91-C871-4787-34ACC01FC53A}"/>
          </ac:spMkLst>
        </pc:spChg>
        <pc:spChg chg="mod">
          <ac:chgData name="a46219 Lê Hải Sơn" userId="b07ee673-6122-4980-99d9-cc7dd5bb86ef" providerId="ADAL" clId="{7F52BB58-EB22-4CEE-8803-870513A08BBF}" dt="2024-04-25T05:52:04.984" v="47" actId="207"/>
          <ac:spMkLst>
            <pc:docMk/>
            <pc:sldMk cId="83111730" sldId="311"/>
            <ac:spMk id="33" creationId="{CEA17140-2180-1FC6-610F-69ED7F0BEDAC}"/>
          </ac:spMkLst>
        </pc:spChg>
        <pc:grpChg chg="del">
          <ac:chgData name="a46219 Lê Hải Sơn" userId="b07ee673-6122-4980-99d9-cc7dd5bb86ef" providerId="ADAL" clId="{7F52BB58-EB22-4CEE-8803-870513A08BBF}" dt="2024-04-25T07:21:56.378" v="457" actId="478"/>
          <ac:grpSpMkLst>
            <pc:docMk/>
            <pc:sldMk cId="83111730" sldId="311"/>
            <ac:grpSpMk id="24" creationId="{4014227E-1875-3731-8794-38C9583A327D}"/>
          </ac:grpSpMkLst>
        </pc:grpChg>
        <pc:picChg chg="del">
          <ac:chgData name="a46219 Lê Hải Sơn" userId="b07ee673-6122-4980-99d9-cc7dd5bb86ef" providerId="ADAL" clId="{7F52BB58-EB22-4CEE-8803-870513A08BBF}" dt="2024-04-25T07:21:51.515" v="455" actId="478"/>
          <ac:picMkLst>
            <pc:docMk/>
            <pc:sldMk cId="83111730" sldId="311"/>
            <ac:picMk id="1030" creationId="{DDC4F81D-6A5B-E7E4-6613-35F07FAFC42D}"/>
          </ac:picMkLst>
        </pc:picChg>
        <pc:picChg chg="del">
          <ac:chgData name="a46219 Lê Hải Sơn" userId="b07ee673-6122-4980-99d9-cc7dd5bb86ef" providerId="ADAL" clId="{7F52BB58-EB22-4CEE-8803-870513A08BBF}" dt="2024-04-25T07:21:50.001" v="454" actId="478"/>
          <ac:picMkLst>
            <pc:docMk/>
            <pc:sldMk cId="83111730" sldId="311"/>
            <ac:picMk id="2050" creationId="{173F298D-4213-FBB1-F82E-6EE81FB058CF}"/>
          </ac:picMkLst>
        </pc:picChg>
        <pc:picChg chg="del">
          <ac:chgData name="a46219 Lê Hải Sơn" userId="b07ee673-6122-4980-99d9-cc7dd5bb86ef" providerId="ADAL" clId="{7F52BB58-EB22-4CEE-8803-870513A08BBF}" dt="2024-04-25T07:21:52.865" v="456" actId="478"/>
          <ac:picMkLst>
            <pc:docMk/>
            <pc:sldMk cId="83111730" sldId="311"/>
            <ac:picMk id="2052" creationId="{3FC760DD-F288-675A-AF99-53376F226D81}"/>
          </ac:picMkLst>
        </pc:picChg>
      </pc:sldChg>
      <pc:sldChg chg="addSp delSp modSp new mod ord">
        <pc:chgData name="a46219 Lê Hải Sơn" userId="b07ee673-6122-4980-99d9-cc7dd5bb86ef" providerId="ADAL" clId="{7F52BB58-EB22-4CEE-8803-870513A08BBF}" dt="2024-04-25T08:25:08.747" v="1193" actId="1076"/>
        <pc:sldMkLst>
          <pc:docMk/>
          <pc:sldMk cId="1035086844" sldId="311"/>
        </pc:sldMkLst>
        <pc:spChg chg="del">
          <ac:chgData name="a46219 Lê Hải Sơn" userId="b07ee673-6122-4980-99d9-cc7dd5bb86ef" providerId="ADAL" clId="{7F52BB58-EB22-4CEE-8803-870513A08BBF}" dt="2024-04-25T07:33:28.957" v="515" actId="21"/>
          <ac:spMkLst>
            <pc:docMk/>
            <pc:sldMk cId="1035086844" sldId="311"/>
            <ac:spMk id="2" creationId="{90266E3E-3133-73BF-B6F9-68633F46C553}"/>
          </ac:spMkLst>
        </pc:spChg>
        <pc:spChg chg="add mod">
          <ac:chgData name="a46219 Lê Hải Sơn" userId="b07ee673-6122-4980-99d9-cc7dd5bb86ef" providerId="ADAL" clId="{7F52BB58-EB22-4CEE-8803-870513A08BBF}" dt="2024-04-25T08:24:18.172" v="1189" actId="20577"/>
          <ac:spMkLst>
            <pc:docMk/>
            <pc:sldMk cId="1035086844" sldId="311"/>
            <ac:spMk id="5" creationId="{1FEBDA8F-309D-CCAB-2D32-5B4A6934FAC9}"/>
          </ac:spMkLst>
        </pc:spChg>
        <pc:spChg chg="add del">
          <ac:chgData name="a46219 Lê Hải Sơn" userId="b07ee673-6122-4980-99d9-cc7dd5bb86ef" providerId="ADAL" clId="{7F52BB58-EB22-4CEE-8803-870513A08BBF}" dt="2024-04-25T08:06:09.735" v="860" actId="22"/>
          <ac:spMkLst>
            <pc:docMk/>
            <pc:sldMk cId="1035086844" sldId="311"/>
            <ac:spMk id="7" creationId="{764667EE-CA96-48F0-3F54-3590CC65E62A}"/>
          </ac:spMkLst>
        </pc:spChg>
        <pc:spChg chg="add mod">
          <ac:chgData name="a46219 Lê Hải Sơn" userId="b07ee673-6122-4980-99d9-cc7dd5bb86ef" providerId="ADAL" clId="{7F52BB58-EB22-4CEE-8803-870513A08BBF}" dt="2024-04-25T08:07:00.455" v="940" actId="1076"/>
          <ac:spMkLst>
            <pc:docMk/>
            <pc:sldMk cId="1035086844" sldId="311"/>
            <ac:spMk id="8" creationId="{D5659F5C-6C6C-6014-0EE6-1A5558CAF385}"/>
          </ac:spMkLst>
        </pc:spChg>
        <pc:spChg chg="add del">
          <ac:chgData name="a46219 Lê Hải Sơn" userId="b07ee673-6122-4980-99d9-cc7dd5bb86ef" providerId="ADAL" clId="{7F52BB58-EB22-4CEE-8803-870513A08BBF}" dt="2024-04-25T08:18:10.605" v="1114" actId="22"/>
          <ac:spMkLst>
            <pc:docMk/>
            <pc:sldMk cId="1035086844" sldId="311"/>
            <ac:spMk id="10" creationId="{28FC4F63-3043-0582-7420-85287749B040}"/>
          </ac:spMkLst>
        </pc:spChg>
        <pc:spChg chg="add mod">
          <ac:chgData name="a46219 Lê Hải Sơn" userId="b07ee673-6122-4980-99d9-cc7dd5bb86ef" providerId="ADAL" clId="{7F52BB58-EB22-4CEE-8803-870513A08BBF}" dt="2024-04-25T08:25:08.747" v="1193" actId="1076"/>
          <ac:spMkLst>
            <pc:docMk/>
            <pc:sldMk cId="1035086844" sldId="311"/>
            <ac:spMk id="12" creationId="{0DDFBCAC-91C3-C803-906F-10873E9DBA7E}"/>
          </ac:spMkLst>
        </pc:spChg>
        <pc:spChg chg="add mod">
          <ac:chgData name="a46219 Lê Hải Sơn" userId="b07ee673-6122-4980-99d9-cc7dd5bb86ef" providerId="ADAL" clId="{7F52BB58-EB22-4CEE-8803-870513A08BBF}" dt="2024-04-25T07:31:49.832" v="509"/>
          <ac:spMkLst>
            <pc:docMk/>
            <pc:sldMk cId="1035086844" sldId="311"/>
            <ac:spMk id="13" creationId="{CF20C8F7-33D4-53CC-FF3B-6984CE40EBF2}"/>
          </ac:spMkLst>
        </pc:spChg>
        <pc:picChg chg="add mod">
          <ac:chgData name="a46219 Lê Hải Sơn" userId="b07ee673-6122-4980-99d9-cc7dd5bb86ef" providerId="ADAL" clId="{7F52BB58-EB22-4CEE-8803-870513A08BBF}" dt="2024-04-25T07:33:46.667" v="519" actId="14100"/>
          <ac:picMkLst>
            <pc:docMk/>
            <pc:sldMk cId="1035086844" sldId="311"/>
            <ac:picMk id="4" creationId="{0334B635-C782-3AC1-5EA8-92515B372E63}"/>
          </ac:picMkLst>
        </pc:picChg>
      </pc:sldChg>
      <pc:sldChg chg="addSp delSp modSp new mod ord">
        <pc:chgData name="a46219 Lê Hải Sơn" userId="b07ee673-6122-4980-99d9-cc7dd5bb86ef" providerId="ADAL" clId="{7F52BB58-EB22-4CEE-8803-870513A08BBF}" dt="2024-04-25T15:10:05.119" v="1235" actId="120"/>
        <pc:sldMkLst>
          <pc:docMk/>
          <pc:sldMk cId="2392645215" sldId="312"/>
        </pc:sldMkLst>
        <pc:spChg chg="mod">
          <ac:chgData name="a46219 Lê Hải Sơn" userId="b07ee673-6122-4980-99d9-cc7dd5bb86ef" providerId="ADAL" clId="{7F52BB58-EB22-4CEE-8803-870513A08BBF}" dt="2024-04-25T07:59:40.630" v="712" actId="20577"/>
          <ac:spMkLst>
            <pc:docMk/>
            <pc:sldMk cId="2392645215" sldId="312"/>
            <ac:spMk id="2" creationId="{C953985C-64F9-06F2-FEB2-6F320CC35C8B}"/>
          </ac:spMkLst>
        </pc:spChg>
        <pc:spChg chg="add del">
          <ac:chgData name="a46219 Lê Hải Sơn" userId="b07ee673-6122-4980-99d9-cc7dd5bb86ef" providerId="ADAL" clId="{7F52BB58-EB22-4CEE-8803-870513A08BBF}" dt="2024-04-25T07:59:55.341" v="716" actId="22"/>
          <ac:spMkLst>
            <pc:docMk/>
            <pc:sldMk cId="2392645215" sldId="312"/>
            <ac:spMk id="4" creationId="{047CBBD7-C942-2EC5-10ED-8FAF386C3BF3}"/>
          </ac:spMkLst>
        </pc:spChg>
        <pc:spChg chg="add mod">
          <ac:chgData name="a46219 Lê Hải Sơn" userId="b07ee673-6122-4980-99d9-cc7dd5bb86ef" providerId="ADAL" clId="{7F52BB58-EB22-4CEE-8803-870513A08BBF}" dt="2024-04-25T15:10:05.119" v="1235" actId="120"/>
          <ac:spMkLst>
            <pc:docMk/>
            <pc:sldMk cId="2392645215" sldId="312"/>
            <ac:spMk id="6" creationId="{05923A39-38CD-AA81-0F19-A5BF248BA921}"/>
          </ac:spMkLst>
        </pc:spChg>
        <pc:spChg chg="add del">
          <ac:chgData name="a46219 Lê Hải Sơn" userId="b07ee673-6122-4980-99d9-cc7dd5bb86ef" providerId="ADAL" clId="{7F52BB58-EB22-4CEE-8803-870513A08BBF}" dt="2024-04-25T08:00:29.879" v="727" actId="22"/>
          <ac:spMkLst>
            <pc:docMk/>
            <pc:sldMk cId="2392645215" sldId="312"/>
            <ac:spMk id="8" creationId="{93BFFC6B-402F-B422-D41A-92974B2B6270}"/>
          </ac:spMkLst>
        </pc:spChg>
        <pc:spChg chg="add mod">
          <ac:chgData name="a46219 Lê Hải Sơn" userId="b07ee673-6122-4980-99d9-cc7dd5bb86ef" providerId="ADAL" clId="{7F52BB58-EB22-4CEE-8803-870513A08BBF}" dt="2024-04-25T08:19:01.349" v="1123" actId="1076"/>
          <ac:spMkLst>
            <pc:docMk/>
            <pc:sldMk cId="2392645215" sldId="312"/>
            <ac:spMk id="10" creationId="{0A4C4BAE-188B-BAB3-6A85-49AEECA38436}"/>
          </ac:spMkLst>
        </pc:spChg>
        <pc:spChg chg="add mod">
          <ac:chgData name="a46219 Lê Hải Sơn" userId="b07ee673-6122-4980-99d9-cc7dd5bb86ef" providerId="ADAL" clId="{7F52BB58-EB22-4CEE-8803-870513A08BBF}" dt="2024-04-25T08:19:05.679" v="1124" actId="1076"/>
          <ac:spMkLst>
            <pc:docMk/>
            <pc:sldMk cId="2392645215" sldId="312"/>
            <ac:spMk id="12" creationId="{20056288-A6B0-9410-D608-AD9779CC93C3}"/>
          </ac:spMkLst>
        </pc:spChg>
        <pc:spChg chg="add mod">
          <ac:chgData name="a46219 Lê Hải Sơn" userId="b07ee673-6122-4980-99d9-cc7dd5bb86ef" providerId="ADAL" clId="{7F52BB58-EB22-4CEE-8803-870513A08BBF}" dt="2024-04-25T08:19:09.993" v="1125" actId="1076"/>
          <ac:spMkLst>
            <pc:docMk/>
            <pc:sldMk cId="2392645215" sldId="312"/>
            <ac:spMk id="14" creationId="{CC4062F6-B462-A836-6136-58C07E1AF7DD}"/>
          </ac:spMkLst>
        </pc:spChg>
      </pc:sldChg>
      <pc:sldMasterChg chg="modSldLayout">
        <pc:chgData name="a46219 Lê Hải Sơn" userId="b07ee673-6122-4980-99d9-cc7dd5bb86ef" providerId="ADAL" clId="{7F52BB58-EB22-4CEE-8803-870513A08BBF}" dt="2024-04-27T16:55:56.904" v="1453" actId="1038"/>
        <pc:sldMasterMkLst>
          <pc:docMk/>
          <pc:sldMasterMk cId="0" sldId="2147483660"/>
        </pc:sldMasterMkLst>
        <pc:sldLayoutChg chg="addSp delSp modSp mod">
          <pc:chgData name="a46219 Lê Hải Sơn" userId="b07ee673-6122-4980-99d9-cc7dd5bb86ef" providerId="ADAL" clId="{7F52BB58-EB22-4CEE-8803-870513A08BBF}" dt="2024-04-27T16:55:15.396" v="1432" actId="20577"/>
          <pc:sldLayoutMkLst>
            <pc:docMk/>
            <pc:sldMasterMk cId="0" sldId="2147483660"/>
            <pc:sldLayoutMk cId="0" sldId="2147483652"/>
          </pc:sldLayoutMkLst>
          <pc:spChg chg="mod">
            <ac:chgData name="a46219 Lê Hải Sơn" userId="b07ee673-6122-4980-99d9-cc7dd5bb86ef" providerId="ADAL" clId="{7F52BB58-EB22-4CEE-8803-870513A08BBF}" dt="2024-04-27T16:55:15.396" v="1432" actId="20577"/>
            <ac:spMkLst>
              <pc:docMk/>
              <pc:sldMasterMk cId="0" sldId="2147483660"/>
              <pc:sldLayoutMk cId="0" sldId="2147483652"/>
              <ac:spMk id="24" creationId="{00000000-0000-0000-0000-000000000000}"/>
            </ac:spMkLst>
          </pc:spChg>
          <pc:picChg chg="add del mod">
            <ac:chgData name="a46219 Lê Hải Sơn" userId="b07ee673-6122-4980-99d9-cc7dd5bb86ef" providerId="ADAL" clId="{7F52BB58-EB22-4CEE-8803-870513A08BBF}" dt="2024-04-27T16:12:58.229" v="1237" actId="478"/>
            <ac:picMkLst>
              <pc:docMk/>
              <pc:sldMasterMk cId="0" sldId="2147483660"/>
              <pc:sldLayoutMk cId="0" sldId="2147483652"/>
              <ac:picMk id="2" creationId="{0FC96FD2-95DB-E358-C15C-DF14F7B67ED4}"/>
            </ac:picMkLst>
          </pc:picChg>
          <pc:picChg chg="del">
            <ac:chgData name="a46219 Lê Hải Sơn" userId="b07ee673-6122-4980-99d9-cc7dd5bb86ef" providerId="ADAL" clId="{7F52BB58-EB22-4CEE-8803-870513A08BBF}" dt="2024-04-25T07:27:19.294" v="472" actId="478"/>
            <ac:picMkLst>
              <pc:docMk/>
              <pc:sldMasterMk cId="0" sldId="2147483660"/>
              <pc:sldLayoutMk cId="0" sldId="2147483652"/>
              <ac:picMk id="2" creationId="{40DBF2BF-60AF-0C88-DBFE-64CDF5EC07F5}"/>
            </ac:picMkLst>
          </pc:picChg>
          <pc:picChg chg="add mod">
            <ac:chgData name="a46219 Lê Hải Sơn" userId="b07ee673-6122-4980-99d9-cc7dd5bb86ef" providerId="ADAL" clId="{7F52BB58-EB22-4CEE-8803-870513A08BBF}" dt="2024-04-27T16:55:12.413" v="1430" actId="1036"/>
            <ac:picMkLst>
              <pc:docMk/>
              <pc:sldMasterMk cId="0" sldId="2147483660"/>
              <pc:sldLayoutMk cId="0" sldId="2147483652"/>
              <ac:picMk id="3" creationId="{05D57D2B-5B4F-090D-AAF0-1934580CB3FC}"/>
            </ac:picMkLst>
          </pc:picChg>
        </pc:sldLayoutChg>
        <pc:sldLayoutChg chg="modSp">
          <pc:chgData name="a46219 Lê Hải Sơn" userId="b07ee673-6122-4980-99d9-cc7dd5bb86ef" providerId="ADAL" clId="{7F52BB58-EB22-4CEE-8803-870513A08BBF}" dt="2024-04-27T16:55:50.399" v="1440" actId="1038"/>
          <pc:sldLayoutMkLst>
            <pc:docMk/>
            <pc:sldMasterMk cId="0" sldId="2147483660"/>
            <pc:sldLayoutMk cId="0" sldId="2147483656"/>
          </pc:sldLayoutMkLst>
          <pc:picChg chg="mod">
            <ac:chgData name="a46219 Lê Hải Sơn" userId="b07ee673-6122-4980-99d9-cc7dd5bb86ef" providerId="ADAL" clId="{7F52BB58-EB22-4CEE-8803-870513A08BBF}" dt="2024-04-27T16:55:50.399" v="1440" actId="1038"/>
            <ac:picMkLst>
              <pc:docMk/>
              <pc:sldMasterMk cId="0" sldId="2147483660"/>
              <pc:sldLayoutMk cId="0" sldId="2147483656"/>
              <ac:picMk id="2" creationId="{DDFE1C33-DBB9-243C-270A-718697D2147F}"/>
            </ac:picMkLst>
          </pc:picChg>
        </pc:sldLayoutChg>
        <pc:sldLayoutChg chg="modSp">
          <pc:chgData name="a46219 Lê Hải Sơn" userId="b07ee673-6122-4980-99d9-cc7dd5bb86ef" providerId="ADAL" clId="{7F52BB58-EB22-4CEE-8803-870513A08BBF}" dt="2024-04-27T16:55:56.904" v="1453" actId="1038"/>
          <pc:sldLayoutMkLst>
            <pc:docMk/>
            <pc:sldMasterMk cId="0" sldId="2147483660"/>
            <pc:sldLayoutMk cId="0" sldId="2147483657"/>
          </pc:sldLayoutMkLst>
          <pc:picChg chg="mod">
            <ac:chgData name="a46219 Lê Hải Sơn" userId="b07ee673-6122-4980-99d9-cc7dd5bb86ef" providerId="ADAL" clId="{7F52BB58-EB22-4CEE-8803-870513A08BBF}" dt="2024-04-27T16:55:56.904" v="1453" actId="1038"/>
            <ac:picMkLst>
              <pc:docMk/>
              <pc:sldMasterMk cId="0" sldId="2147483660"/>
              <pc:sldLayoutMk cId="0" sldId="2147483657"/>
              <ac:picMk id="2" creationId="{C5011843-FC3C-7221-FBC8-E2060ACE3F41}"/>
            </ac:picMkLst>
          </pc:pic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D:\HOCTAP\K3N2%20(2023-2024)\Data_Mining.2\KTQT\products_info.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[products_info.csv]Sheet1!PivotTable1</c:name>
    <c:fmtId val="27"/>
  </c:pivotSource>
  <c:chart>
    <c:title>
      <c:tx>
        <c:rich>
          <a:bodyPr rot="0" spcFirstLastPara="1" vertOverflow="ellipsis" vert="horz" wrap="square" anchor="ctr" anchorCtr="1"/>
          <a:lstStyle/>
          <a:p>
            <a:pPr>
              <a:defRPr sz="1700" b="0" i="0" u="none" strike="noStrike" kern="1200" spc="0" baseline="0">
                <a:solidFill>
                  <a:schemeClr val="tx1">
                    <a:lumMod val="65000"/>
                    <a:lumOff val="35000"/>
                  </a:schemeClr>
                </a:solidFill>
                <a:latin typeface="+mn-lt"/>
                <a:ea typeface="+mn-ea"/>
                <a:cs typeface="+mn-cs"/>
              </a:defRPr>
            </a:pPr>
            <a:r>
              <a:rPr lang="vi-VN" sz="1700"/>
              <a:t>Tổng</a:t>
            </a:r>
            <a:r>
              <a:rPr lang="vi-VN" sz="1700" baseline="0"/>
              <a:t> số sản phẩm theo các lĩnh vực</a:t>
            </a:r>
            <a:endParaRPr lang="vi-VN" sz="1700"/>
          </a:p>
        </c:rich>
      </c:tx>
      <c:overlay val="0"/>
      <c:spPr>
        <a:noFill/>
        <a:ln>
          <a:noFill/>
        </a:ln>
        <a:effectLst/>
      </c:spPr>
      <c:txPr>
        <a:bodyPr rot="0" spcFirstLastPara="1" vertOverflow="ellipsis" vert="horz" wrap="square" anchor="ctr" anchorCtr="1"/>
        <a:lstStyle/>
        <a:p>
          <a:pPr>
            <a:defRPr sz="17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sz="1500"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sz="1500"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0">
              <a:spAutoFit/>
            </a:bodyPr>
            <a:lstStyle/>
            <a:p>
              <a:pPr algn="ctr">
                <a:defRPr sz="1500"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pivotFmt>
    </c:pivotFmts>
    <c:plotArea>
      <c:layout/>
      <c:pieChart>
        <c:varyColors val="1"/>
        <c:ser>
          <c:idx val="0"/>
          <c:order val="0"/>
          <c:tx>
            <c:strRef>
              <c:f>Sheet1!$B$3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54B-444D-A60A-A478359E719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54B-444D-A60A-A478359E719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54B-444D-A60A-A478359E719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54B-444D-A60A-A478359E7197}"/>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454B-444D-A60A-A478359E7197}"/>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454B-444D-A60A-A478359E7197}"/>
              </c:ext>
            </c:extLst>
          </c:dPt>
          <c:dLbls>
            <c:spPr>
              <a:noFill/>
              <a:ln>
                <a:noFill/>
              </a:ln>
              <a:effectLst/>
            </c:spPr>
            <c:txPr>
              <a:bodyPr rot="0" spcFirstLastPara="1" vertOverflow="ellipsis" vert="horz" wrap="square" lIns="38100" tIns="19050" rIns="38100" bIns="19050" anchor="ctr" anchorCtr="0">
                <a:spAutoFit/>
              </a:bodyPr>
              <a:lstStyle/>
              <a:p>
                <a:pPr algn="ctr">
                  <a:defRPr sz="1500"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Sheet1!$A$4:$A$10</c:f>
              <c:strCache>
                <c:ptCount val="6"/>
                <c:pt idx="0">
                  <c:v>Corporate</c:v>
                </c:pt>
                <c:pt idx="1">
                  <c:v>Higher Ed; Corporate</c:v>
                </c:pt>
                <c:pt idx="2">
                  <c:v>PreK-12</c:v>
                </c:pt>
                <c:pt idx="3">
                  <c:v>PreK-12; Higher Ed</c:v>
                </c:pt>
                <c:pt idx="4">
                  <c:v>PreK-12; Higher Ed; Corporate</c:v>
                </c:pt>
                <c:pt idx="5">
                  <c:v>(blank)</c:v>
                </c:pt>
              </c:strCache>
            </c:strRef>
          </c:cat>
          <c:val>
            <c:numRef>
              <c:f>Sheet1!$B$4:$B$10</c:f>
              <c:numCache>
                <c:formatCode>General</c:formatCode>
                <c:ptCount val="6"/>
                <c:pt idx="0">
                  <c:v>1</c:v>
                </c:pt>
                <c:pt idx="1">
                  <c:v>1</c:v>
                </c:pt>
                <c:pt idx="2">
                  <c:v>170</c:v>
                </c:pt>
                <c:pt idx="3">
                  <c:v>65</c:v>
                </c:pt>
                <c:pt idx="4">
                  <c:v>115</c:v>
                </c:pt>
              </c:numCache>
            </c:numRef>
          </c:val>
          <c:extLst>
            <c:ext xmlns:c16="http://schemas.microsoft.com/office/drawing/2014/chart" uri="{C3380CC4-5D6E-409C-BE32-E72D297353CC}">
              <c16:uniqueId val="{0000000C-454B-444D-A60A-A478359E7197}"/>
            </c:ext>
          </c:extLst>
        </c:ser>
        <c:dLbls>
          <c:showLegendKey val="0"/>
          <c:showVal val="0"/>
          <c:showCatName val="0"/>
          <c:showSerName val="0"/>
          <c:showPercent val="0"/>
          <c:showBubbleSize val="0"/>
          <c:showLeaderLines val="1"/>
        </c:dLbls>
        <c:firstSliceAng val="0"/>
      </c:pieChart>
      <c:spPr>
        <a:noFill/>
        <a:ln>
          <a:noFill/>
        </a:ln>
        <a:effectLst/>
      </c:spPr>
    </c:plotArea>
    <c:legend>
      <c:legendPos val="r"/>
      <c:legendEntry>
        <c:idx val="5"/>
        <c:delete val="1"/>
      </c:legendEntry>
      <c:layout>
        <c:manualLayout>
          <c:xMode val="edge"/>
          <c:yMode val="edge"/>
          <c:x val="0.66842225436808445"/>
          <c:y val="0.15579449041864352"/>
          <c:w val="0.31351051704756827"/>
          <c:h val="0.84420550958135643"/>
        </c:manualLayout>
      </c:layout>
      <c:overlay val="0"/>
      <c:spPr>
        <a:noFill/>
        <a:ln>
          <a:noFill/>
        </a:ln>
        <a:effectLst/>
      </c:spPr>
      <c:txPr>
        <a:bodyPr rot="0" spcFirstLastPara="1" vertOverflow="ellipsis" vert="horz" wrap="square" anchor="ctr" anchorCtr="1"/>
        <a:lstStyle/>
        <a:p>
          <a:pPr>
            <a:defRPr sz="15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8ea72f4a77_6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8ea72f4a77_6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8b385fd27f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8b385fd27f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8ab8bef9c2_0_3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8ab8bef9c2_0_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8b385fd27f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8b385fd27f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6902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a1242414e1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a1242414e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8a22a4a535_2_7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8a22a4a535_2_7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649885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8a22a4a535_2_9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8a22a4a535_2_9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5184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8a22a4a535_2_8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8a22a4a535_2_8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8a22a4a535_2_8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8a22a4a535_2_8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7692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8a22a4a535_2_7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8a22a4a535_2_7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4325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8a22a4a535_2_7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8a22a4a535_2_7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3393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a1242414e1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a1242414e1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g97767bb796_0_14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3" name="Google Shape;1193;g97767bb796_0_1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5"/>
        <p:cNvGrpSpPr/>
        <p:nvPr/>
      </p:nvGrpSpPr>
      <p:grpSpPr>
        <a:xfrm>
          <a:off x="0" y="0"/>
          <a:ext cx="0" cy="0"/>
          <a:chOff x="0" y="0"/>
          <a:chExt cx="0" cy="0"/>
        </a:xfrm>
      </p:grpSpPr>
      <p:sp>
        <p:nvSpPr>
          <p:cNvPr id="1316" name="Google Shape;1316;ga1242414e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7" name="Google Shape;1317;ga1242414e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ga1242414e1_0_2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7" name="Google Shape;1157;ga1242414e1_0_2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a1242414e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a1242414e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4"/>
        <p:cNvGrpSpPr/>
        <p:nvPr/>
      </p:nvGrpSpPr>
      <p:grpSpPr>
        <a:xfrm>
          <a:off x="0" y="0"/>
          <a:ext cx="0" cy="0"/>
          <a:chOff x="0" y="0"/>
          <a:chExt cx="0" cy="0"/>
        </a:xfrm>
      </p:grpSpPr>
      <p:sp>
        <p:nvSpPr>
          <p:cNvPr id="2655" name="Google Shape;2655;g8b385fd27f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6" name="Google Shape;2656;g8b385fd27f_2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image" Target="../media/image1.jpeg"/><Relationship Id="rId4" Type="http://schemas.openxmlformats.org/officeDocument/2006/relationships/hyperlink" Target="https://www.freepik.com/"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0280" y="536650"/>
            <a:ext cx="4918200" cy="2052600"/>
          </a:xfrm>
          <a:prstGeom prst="rect">
            <a:avLst/>
          </a:prstGeom>
        </p:spPr>
        <p:txBody>
          <a:bodyPr spcFirstLastPara="1" wrap="square" lIns="91425" tIns="91425" rIns="91425" bIns="91425" anchor="ctr" anchorCtr="0">
            <a:no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10" name="Google Shape;10;p2"/>
          <p:cNvSpPr txBox="1">
            <a:spLocks noGrp="1"/>
          </p:cNvSpPr>
          <p:nvPr>
            <p:ph type="subTitle" idx="1"/>
          </p:nvPr>
        </p:nvSpPr>
        <p:spPr>
          <a:xfrm>
            <a:off x="710275" y="2589250"/>
            <a:ext cx="4918200" cy="536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pic>
        <p:nvPicPr>
          <p:cNvPr id="1026" name="Picture 2">
            <a:extLst>
              <a:ext uri="{FF2B5EF4-FFF2-40B4-BE49-F238E27FC236}">
                <a16:creationId xmlns:a16="http://schemas.microsoft.com/office/drawing/2014/main" id="{EF87665B-B914-8D03-0A2A-6A81735C4B4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20545" y="56284"/>
            <a:ext cx="532968" cy="709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2" name="Picture 2">
            <a:extLst>
              <a:ext uri="{FF2B5EF4-FFF2-40B4-BE49-F238E27FC236}">
                <a16:creationId xmlns:a16="http://schemas.microsoft.com/office/drawing/2014/main" id="{EDBD8A80-96F6-5218-7B6D-15B92FC3306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7066"/>
            <a:ext cx="532968" cy="709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483675" y="415425"/>
            <a:ext cx="8203200" cy="4812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
        <p:nvSpPr>
          <p:cNvPr id="16" name="Google Shape;16;p4"/>
          <p:cNvSpPr txBox="1">
            <a:spLocks noGrp="1"/>
          </p:cNvSpPr>
          <p:nvPr>
            <p:ph type="body" idx="1"/>
          </p:nvPr>
        </p:nvSpPr>
        <p:spPr>
          <a:xfrm>
            <a:off x="483675" y="1031250"/>
            <a:ext cx="8203200" cy="3696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7" name="Google Shape;17;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2" name="Picture 2">
            <a:extLst>
              <a:ext uri="{FF2B5EF4-FFF2-40B4-BE49-F238E27FC236}">
                <a16:creationId xmlns:a16="http://schemas.microsoft.com/office/drawing/2014/main" id="{043E000C-DFB8-D253-B56E-A3A1B33D9EA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83993"/>
            <a:ext cx="532968" cy="709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483675" y="415425"/>
            <a:ext cx="8203200" cy="4812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a:lvl1pPr>
            <a:lvl2pPr lvl="1">
              <a:spcBef>
                <a:spcPts val="0"/>
              </a:spcBef>
              <a:spcAft>
                <a:spcPts val="0"/>
              </a:spcAft>
              <a:buSzPts val="2500"/>
              <a:buNone/>
              <a:defRPr/>
            </a:lvl2pPr>
            <a:lvl3pPr lvl="2">
              <a:spcBef>
                <a:spcPts val="0"/>
              </a:spcBef>
              <a:spcAft>
                <a:spcPts val="0"/>
              </a:spcAft>
              <a:buSzPts val="2500"/>
              <a:buNone/>
              <a:defRPr/>
            </a:lvl3pPr>
            <a:lvl4pPr lvl="3">
              <a:spcBef>
                <a:spcPts val="0"/>
              </a:spcBef>
              <a:spcAft>
                <a:spcPts val="0"/>
              </a:spcAft>
              <a:buSzPts val="2500"/>
              <a:buNone/>
              <a:defRPr/>
            </a:lvl4pPr>
            <a:lvl5pPr lvl="4">
              <a:spcBef>
                <a:spcPts val="0"/>
              </a:spcBef>
              <a:spcAft>
                <a:spcPts val="0"/>
              </a:spcAft>
              <a:buSzPts val="2500"/>
              <a:buNone/>
              <a:defRPr/>
            </a:lvl5pPr>
            <a:lvl6pPr lvl="5">
              <a:spcBef>
                <a:spcPts val="0"/>
              </a:spcBef>
              <a:spcAft>
                <a:spcPts val="0"/>
              </a:spcAft>
              <a:buSzPts val="2500"/>
              <a:buNone/>
              <a:defRPr/>
            </a:lvl6pPr>
            <a:lvl7pPr lvl="6">
              <a:spcBef>
                <a:spcPts val="0"/>
              </a:spcBef>
              <a:spcAft>
                <a:spcPts val="0"/>
              </a:spcAft>
              <a:buSzPts val="2500"/>
              <a:buNone/>
              <a:defRPr/>
            </a:lvl7pPr>
            <a:lvl8pPr lvl="7">
              <a:spcBef>
                <a:spcPts val="0"/>
              </a:spcBef>
              <a:spcAft>
                <a:spcPts val="0"/>
              </a:spcAft>
              <a:buSzPts val="2500"/>
              <a:buNone/>
              <a:defRPr/>
            </a:lvl8pPr>
            <a:lvl9pPr lvl="8">
              <a:spcBef>
                <a:spcPts val="0"/>
              </a:spcBef>
              <a:spcAft>
                <a:spcPts val="0"/>
              </a:spcAft>
              <a:buSzPts val="2500"/>
              <a:buNone/>
              <a:defRPr/>
            </a:lvl9pPr>
          </a:lstStyle>
          <a:p>
            <a:endParaRPr/>
          </a:p>
        </p:txBody>
      </p:sp>
      <p:sp>
        <p:nvSpPr>
          <p:cNvPr id="20" name="Google Shape;20;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1" name="Google Shape;21;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2" name="Google Shape;2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2" name="Picture 2">
            <a:extLst>
              <a:ext uri="{FF2B5EF4-FFF2-40B4-BE49-F238E27FC236}">
                <a16:creationId xmlns:a16="http://schemas.microsoft.com/office/drawing/2014/main" id="{21AFCAC0-6037-504D-8A6C-BF13A36B8C8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6"/>
          <p:cNvSpPr txBox="1">
            <a:spLocks noGrp="1"/>
          </p:cNvSpPr>
          <p:nvPr>
            <p:ph type="title" hasCustomPrompt="1"/>
          </p:nvPr>
        </p:nvSpPr>
        <p:spPr>
          <a:xfrm>
            <a:off x="483675" y="415425"/>
            <a:ext cx="8203200" cy="481200"/>
          </a:xfrm>
          <a:prstGeom prst="rect">
            <a:avLst/>
          </a:prstGeom>
        </p:spPr>
        <p:txBody>
          <a:bodyPr spcFirstLastPara="1" wrap="square" lIns="91425" tIns="91425" rIns="91425" bIns="91425" anchor="ctr" anchorCtr="0">
            <a:noAutofit/>
          </a:bodyPr>
          <a:lstStyle>
            <a:lvl1pPr lvl="0">
              <a:spcBef>
                <a:spcPts val="0"/>
              </a:spcBef>
              <a:spcAft>
                <a:spcPts val="0"/>
              </a:spcAft>
              <a:buSzPts val="2500"/>
              <a:buNone/>
              <a:defRPr sz="2500"/>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a:r>
              <a:rPr lang="vi-VN" dirty="0"/>
              <a:t>s</a:t>
            </a:r>
            <a:endParaRPr dirty="0"/>
          </a:p>
        </p:txBody>
      </p:sp>
      <p:pic>
        <p:nvPicPr>
          <p:cNvPr id="3" name="Picture 2">
            <a:extLst>
              <a:ext uri="{FF2B5EF4-FFF2-40B4-BE49-F238E27FC236}">
                <a16:creationId xmlns:a16="http://schemas.microsoft.com/office/drawing/2014/main" id="{05D57D2B-5B4F-090D-AAF0-1934580CB3F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 name="Google Shape;27;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2" name="Picture 2">
            <a:extLst>
              <a:ext uri="{FF2B5EF4-FFF2-40B4-BE49-F238E27FC236}">
                <a16:creationId xmlns:a16="http://schemas.microsoft.com/office/drawing/2014/main" id="{53D5C76A-3DC6-D2FA-451E-A44445304D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1" name="Google Shape;31;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2" name="Picture 2">
            <a:extLst>
              <a:ext uri="{FF2B5EF4-FFF2-40B4-BE49-F238E27FC236}">
                <a16:creationId xmlns:a16="http://schemas.microsoft.com/office/drawing/2014/main" id="{C6D0CC5B-8118-1063-6945-29FEC167D75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
        <p:cNvGrpSpPr/>
        <p:nvPr/>
      </p:nvGrpSpPr>
      <p:grpSpPr>
        <a:xfrm>
          <a:off x="0" y="0"/>
          <a:ext cx="0" cy="0"/>
          <a:chOff x="0" y="0"/>
          <a:chExt cx="0" cy="0"/>
        </a:xfrm>
      </p:grpSpPr>
      <p:sp>
        <p:nvSpPr>
          <p:cNvPr id="33" name="Google Shape;33;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5" name="Google Shape;35;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6" name="Google Shape;36;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7" name="Google Shape;37;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2" name="Picture 2">
            <a:extLst>
              <a:ext uri="{FF2B5EF4-FFF2-40B4-BE49-F238E27FC236}">
                <a16:creationId xmlns:a16="http://schemas.microsoft.com/office/drawing/2014/main" id="{D2863254-3E5B-2C46-7A78-D0B76878AAA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0" name="Google Shape;40;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2" name="Picture 2">
            <a:extLst>
              <a:ext uri="{FF2B5EF4-FFF2-40B4-BE49-F238E27FC236}">
                <a16:creationId xmlns:a16="http://schemas.microsoft.com/office/drawing/2014/main" id="{DDFE1C33-DBB9-243C-270A-718697D2147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75071"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4" name="Google Shape;44;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pic>
        <p:nvPicPr>
          <p:cNvPr id="2" name="Picture 2">
            <a:extLst>
              <a:ext uri="{FF2B5EF4-FFF2-40B4-BE49-F238E27FC236}">
                <a16:creationId xmlns:a16="http://schemas.microsoft.com/office/drawing/2014/main" id="{C5011843-FC3C-7221-FBC8-E2060ACE3F4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02778"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50"/>
        <p:cNvGrpSpPr/>
        <p:nvPr/>
      </p:nvGrpSpPr>
      <p:grpSpPr>
        <a:xfrm>
          <a:off x="0" y="0"/>
          <a:ext cx="0" cy="0"/>
          <a:chOff x="0" y="0"/>
          <a:chExt cx="0" cy="0"/>
        </a:xfrm>
      </p:grpSpPr>
      <p:sp>
        <p:nvSpPr>
          <p:cNvPr id="51" name="Google Shape;51;p13"/>
          <p:cNvSpPr/>
          <p:nvPr/>
        </p:nvSpPr>
        <p:spPr>
          <a:xfrm rot="10800000">
            <a:off x="345975" y="311725"/>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3"/>
          <p:cNvSpPr txBox="1">
            <a:spLocks noGrp="1"/>
          </p:cNvSpPr>
          <p:nvPr>
            <p:ph type="title"/>
          </p:nvPr>
        </p:nvSpPr>
        <p:spPr>
          <a:xfrm>
            <a:off x="2607200" y="540000"/>
            <a:ext cx="3929700" cy="477600"/>
          </a:xfrm>
          <a:prstGeom prst="rect">
            <a:avLst/>
          </a:prstGeom>
          <a:solidFill>
            <a:schemeClr val="accent5"/>
          </a:solidFill>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Clr>
                <a:schemeClr val="dk2"/>
              </a:buClr>
              <a:buSzPts val="2800"/>
              <a:buNone/>
              <a:defRPr>
                <a:solidFill>
                  <a:schemeClr val="dk2"/>
                </a:solidFill>
                <a:latin typeface="Roboto"/>
                <a:ea typeface="Roboto"/>
                <a:cs typeface="Roboto"/>
                <a:sym typeface="Roboto"/>
              </a:defRPr>
            </a:lvl2pPr>
            <a:lvl3pPr lvl="2" rtl="0">
              <a:spcBef>
                <a:spcPts val="0"/>
              </a:spcBef>
              <a:spcAft>
                <a:spcPts val="0"/>
              </a:spcAft>
              <a:buClr>
                <a:schemeClr val="dk2"/>
              </a:buClr>
              <a:buSzPts val="2800"/>
              <a:buNone/>
              <a:defRPr>
                <a:solidFill>
                  <a:schemeClr val="dk2"/>
                </a:solidFill>
                <a:latin typeface="Roboto"/>
                <a:ea typeface="Roboto"/>
                <a:cs typeface="Roboto"/>
                <a:sym typeface="Roboto"/>
              </a:defRPr>
            </a:lvl3pPr>
            <a:lvl4pPr lvl="3" rtl="0">
              <a:spcBef>
                <a:spcPts val="0"/>
              </a:spcBef>
              <a:spcAft>
                <a:spcPts val="0"/>
              </a:spcAft>
              <a:buClr>
                <a:schemeClr val="dk2"/>
              </a:buClr>
              <a:buSzPts val="2800"/>
              <a:buNone/>
              <a:defRPr>
                <a:solidFill>
                  <a:schemeClr val="dk2"/>
                </a:solidFill>
                <a:latin typeface="Roboto"/>
                <a:ea typeface="Roboto"/>
                <a:cs typeface="Roboto"/>
                <a:sym typeface="Roboto"/>
              </a:defRPr>
            </a:lvl4pPr>
            <a:lvl5pPr lvl="4" rtl="0">
              <a:spcBef>
                <a:spcPts val="0"/>
              </a:spcBef>
              <a:spcAft>
                <a:spcPts val="0"/>
              </a:spcAft>
              <a:buClr>
                <a:schemeClr val="dk2"/>
              </a:buClr>
              <a:buSzPts val="2800"/>
              <a:buNone/>
              <a:defRPr>
                <a:solidFill>
                  <a:schemeClr val="dk2"/>
                </a:solidFill>
                <a:latin typeface="Roboto"/>
                <a:ea typeface="Roboto"/>
                <a:cs typeface="Roboto"/>
                <a:sym typeface="Roboto"/>
              </a:defRPr>
            </a:lvl5pPr>
            <a:lvl6pPr lvl="5" rtl="0">
              <a:spcBef>
                <a:spcPts val="0"/>
              </a:spcBef>
              <a:spcAft>
                <a:spcPts val="0"/>
              </a:spcAft>
              <a:buClr>
                <a:schemeClr val="dk2"/>
              </a:buClr>
              <a:buSzPts val="2800"/>
              <a:buNone/>
              <a:defRPr>
                <a:solidFill>
                  <a:schemeClr val="dk2"/>
                </a:solidFill>
                <a:latin typeface="Roboto"/>
                <a:ea typeface="Roboto"/>
                <a:cs typeface="Roboto"/>
                <a:sym typeface="Roboto"/>
              </a:defRPr>
            </a:lvl6pPr>
            <a:lvl7pPr lvl="6" rtl="0">
              <a:spcBef>
                <a:spcPts val="0"/>
              </a:spcBef>
              <a:spcAft>
                <a:spcPts val="0"/>
              </a:spcAft>
              <a:buClr>
                <a:schemeClr val="dk2"/>
              </a:buClr>
              <a:buSzPts val="2800"/>
              <a:buNone/>
              <a:defRPr>
                <a:solidFill>
                  <a:schemeClr val="dk2"/>
                </a:solidFill>
                <a:latin typeface="Roboto"/>
                <a:ea typeface="Roboto"/>
                <a:cs typeface="Roboto"/>
                <a:sym typeface="Roboto"/>
              </a:defRPr>
            </a:lvl7pPr>
            <a:lvl8pPr lvl="7" rtl="0">
              <a:spcBef>
                <a:spcPts val="0"/>
              </a:spcBef>
              <a:spcAft>
                <a:spcPts val="0"/>
              </a:spcAft>
              <a:buClr>
                <a:schemeClr val="dk2"/>
              </a:buClr>
              <a:buSzPts val="2800"/>
              <a:buNone/>
              <a:defRPr>
                <a:solidFill>
                  <a:schemeClr val="dk2"/>
                </a:solidFill>
                <a:latin typeface="Roboto"/>
                <a:ea typeface="Roboto"/>
                <a:cs typeface="Roboto"/>
                <a:sym typeface="Roboto"/>
              </a:defRPr>
            </a:lvl8pPr>
            <a:lvl9pPr lvl="8" rtl="0">
              <a:spcBef>
                <a:spcPts val="0"/>
              </a:spcBef>
              <a:spcAft>
                <a:spcPts val="0"/>
              </a:spcAft>
              <a:buClr>
                <a:schemeClr val="dk2"/>
              </a:buClr>
              <a:buSzPts val="2800"/>
              <a:buNone/>
              <a:defRPr>
                <a:solidFill>
                  <a:schemeClr val="dk2"/>
                </a:solidFill>
                <a:latin typeface="Roboto"/>
                <a:ea typeface="Roboto"/>
                <a:cs typeface="Roboto"/>
                <a:sym typeface="Roboto"/>
              </a:defRPr>
            </a:lvl9pPr>
          </a:lstStyle>
          <a:p>
            <a:endParaRPr/>
          </a:p>
        </p:txBody>
      </p:sp>
      <p:sp>
        <p:nvSpPr>
          <p:cNvPr id="53" name="Google Shape;53;p13"/>
          <p:cNvSpPr txBox="1">
            <a:spLocks noGrp="1"/>
          </p:cNvSpPr>
          <p:nvPr>
            <p:ph type="subTitle" idx="1"/>
          </p:nvPr>
        </p:nvSpPr>
        <p:spPr>
          <a:xfrm>
            <a:off x="4321200" y="1909300"/>
            <a:ext cx="4102500" cy="4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4" name="Google Shape;54;p13"/>
          <p:cNvSpPr txBox="1">
            <a:spLocks noGrp="1"/>
          </p:cNvSpPr>
          <p:nvPr>
            <p:ph type="title" idx="2"/>
          </p:nvPr>
        </p:nvSpPr>
        <p:spPr>
          <a:xfrm>
            <a:off x="4321200" y="1522675"/>
            <a:ext cx="4102500" cy="439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55" name="Google Shape;55;p13"/>
          <p:cNvSpPr txBox="1">
            <a:spLocks noGrp="1"/>
          </p:cNvSpPr>
          <p:nvPr>
            <p:ph type="title" idx="3" hasCustomPrompt="1"/>
          </p:nvPr>
        </p:nvSpPr>
        <p:spPr>
          <a:xfrm>
            <a:off x="3540008" y="1354404"/>
            <a:ext cx="781200" cy="68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6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56" name="Google Shape;56;p13"/>
          <p:cNvSpPr txBox="1">
            <a:spLocks noGrp="1"/>
          </p:cNvSpPr>
          <p:nvPr>
            <p:ph type="subTitle" idx="4"/>
          </p:nvPr>
        </p:nvSpPr>
        <p:spPr>
          <a:xfrm>
            <a:off x="4321200" y="2631184"/>
            <a:ext cx="4102800" cy="4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7" name="Google Shape;57;p13"/>
          <p:cNvSpPr txBox="1">
            <a:spLocks noGrp="1"/>
          </p:cNvSpPr>
          <p:nvPr>
            <p:ph type="title" idx="5"/>
          </p:nvPr>
        </p:nvSpPr>
        <p:spPr>
          <a:xfrm>
            <a:off x="4321200" y="2244551"/>
            <a:ext cx="4102500" cy="439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58" name="Google Shape;58;p13"/>
          <p:cNvSpPr txBox="1">
            <a:spLocks noGrp="1"/>
          </p:cNvSpPr>
          <p:nvPr>
            <p:ph type="title" idx="6" hasCustomPrompt="1"/>
          </p:nvPr>
        </p:nvSpPr>
        <p:spPr>
          <a:xfrm>
            <a:off x="3540006" y="2075314"/>
            <a:ext cx="781200" cy="68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6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59" name="Google Shape;59;p13"/>
          <p:cNvSpPr txBox="1">
            <a:spLocks noGrp="1"/>
          </p:cNvSpPr>
          <p:nvPr>
            <p:ph type="subTitle" idx="7"/>
          </p:nvPr>
        </p:nvSpPr>
        <p:spPr>
          <a:xfrm>
            <a:off x="4321200" y="3353067"/>
            <a:ext cx="4102500" cy="4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0" name="Google Shape;60;p13"/>
          <p:cNvSpPr txBox="1">
            <a:spLocks noGrp="1"/>
          </p:cNvSpPr>
          <p:nvPr>
            <p:ph type="title" idx="8"/>
          </p:nvPr>
        </p:nvSpPr>
        <p:spPr>
          <a:xfrm>
            <a:off x="4321200" y="2966426"/>
            <a:ext cx="4102500" cy="439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61" name="Google Shape;61;p13"/>
          <p:cNvSpPr txBox="1">
            <a:spLocks noGrp="1"/>
          </p:cNvSpPr>
          <p:nvPr>
            <p:ph type="title" idx="9" hasCustomPrompt="1"/>
          </p:nvPr>
        </p:nvSpPr>
        <p:spPr>
          <a:xfrm>
            <a:off x="3540000" y="2796224"/>
            <a:ext cx="781200" cy="68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6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62" name="Google Shape;62;p13"/>
          <p:cNvSpPr txBox="1">
            <a:spLocks noGrp="1"/>
          </p:cNvSpPr>
          <p:nvPr>
            <p:ph type="subTitle" idx="13"/>
          </p:nvPr>
        </p:nvSpPr>
        <p:spPr>
          <a:xfrm>
            <a:off x="4321200" y="4074950"/>
            <a:ext cx="4102800" cy="4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3" name="Google Shape;63;p13"/>
          <p:cNvSpPr txBox="1">
            <a:spLocks noGrp="1"/>
          </p:cNvSpPr>
          <p:nvPr>
            <p:ph type="title" idx="14"/>
          </p:nvPr>
        </p:nvSpPr>
        <p:spPr>
          <a:xfrm>
            <a:off x="4321200" y="3688302"/>
            <a:ext cx="4102500" cy="439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64" name="Google Shape;64;p13"/>
          <p:cNvSpPr txBox="1">
            <a:spLocks noGrp="1"/>
          </p:cNvSpPr>
          <p:nvPr>
            <p:ph type="title" idx="15" hasCustomPrompt="1"/>
          </p:nvPr>
        </p:nvSpPr>
        <p:spPr>
          <a:xfrm>
            <a:off x="3540006" y="3517135"/>
            <a:ext cx="781200" cy="68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6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pic>
        <p:nvPicPr>
          <p:cNvPr id="2" name="Picture 2">
            <a:extLst>
              <a:ext uri="{FF2B5EF4-FFF2-40B4-BE49-F238E27FC236}">
                <a16:creationId xmlns:a16="http://schemas.microsoft.com/office/drawing/2014/main" id="{B38AAFCB-2951-4706-6CB6-4F9071CD475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5027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1_Section title and description">
    <p:spTree>
      <p:nvGrpSpPr>
        <p:cNvPr id="1" name="Shape 39"/>
        <p:cNvGrpSpPr/>
        <p:nvPr/>
      </p:nvGrpSpPr>
      <p:grpSpPr>
        <a:xfrm>
          <a:off x="0" y="0"/>
          <a:ext cx="0" cy="0"/>
          <a:chOff x="0" y="0"/>
          <a:chExt cx="0" cy="0"/>
        </a:xfrm>
      </p:grpSpPr>
      <p:sp>
        <p:nvSpPr>
          <p:cNvPr id="40" name="Google Shape;40;p9"/>
          <p:cNvSpPr/>
          <p:nvPr/>
        </p:nvSpPr>
        <p:spPr>
          <a:xfrm flipH="1">
            <a:off x="345975" y="318889"/>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9"/>
          <p:cNvSpPr txBox="1">
            <a:spLocks noGrp="1"/>
          </p:cNvSpPr>
          <p:nvPr>
            <p:ph type="title"/>
          </p:nvPr>
        </p:nvSpPr>
        <p:spPr>
          <a:xfrm>
            <a:off x="4040375" y="1647400"/>
            <a:ext cx="4593600" cy="549300"/>
          </a:xfrm>
          <a:prstGeom prst="rect">
            <a:avLst/>
          </a:prstGeom>
          <a:solidFill>
            <a:schemeClr val="accent5"/>
          </a:solidFill>
        </p:spPr>
        <p:txBody>
          <a:bodyPr spcFirstLastPara="1" wrap="square" lIns="91425" tIns="91425" rIns="91425" bIns="91425" anchor="ctr" anchorCtr="0">
            <a:noAutofit/>
          </a:bodyPr>
          <a:lstStyle>
            <a:lvl1pPr lvl="0" algn="ctr" rtl="0">
              <a:spcBef>
                <a:spcPts val="0"/>
              </a:spcBef>
              <a:spcAft>
                <a:spcPts val="0"/>
              </a:spcAft>
              <a:buSzPts val="48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4117775" y="2165539"/>
            <a:ext cx="4438800" cy="1140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pic>
        <p:nvPicPr>
          <p:cNvPr id="2" name="Picture 2">
            <a:extLst>
              <a:ext uri="{FF2B5EF4-FFF2-40B4-BE49-F238E27FC236}">
                <a16:creationId xmlns:a16="http://schemas.microsoft.com/office/drawing/2014/main" id="{FB4D536B-8908-A8AA-5AB3-9F2A3748721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8629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six columns ">
  <p:cSld name="Title and six columns ">
    <p:spTree>
      <p:nvGrpSpPr>
        <p:cNvPr id="1" name="Shape 81"/>
        <p:cNvGrpSpPr/>
        <p:nvPr/>
      </p:nvGrpSpPr>
      <p:grpSpPr>
        <a:xfrm>
          <a:off x="0" y="0"/>
          <a:ext cx="0" cy="0"/>
          <a:chOff x="0" y="0"/>
          <a:chExt cx="0" cy="0"/>
        </a:xfrm>
      </p:grpSpPr>
      <p:sp>
        <p:nvSpPr>
          <p:cNvPr id="82" name="Google Shape;82;p16"/>
          <p:cNvSpPr/>
          <p:nvPr/>
        </p:nvSpPr>
        <p:spPr>
          <a:xfrm rot="10800000">
            <a:off x="345975" y="311725"/>
            <a:ext cx="8475900" cy="4490400"/>
          </a:xfrm>
          <a:prstGeom prst="rect">
            <a:avLst/>
          </a:prstGeom>
          <a:gradFill>
            <a:gsLst>
              <a:gs pos="0">
                <a:schemeClr val="accent6"/>
              </a:gs>
              <a:gs pos="34000">
                <a:srgbClr val="4CEEFD">
                  <a:alpha val="31372"/>
                </a:srgbClr>
              </a:gs>
              <a:gs pos="100000">
                <a:srgbClr val="4CEEFD">
                  <a:alpha val="0"/>
                </a:srgbClr>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6"/>
          <p:cNvSpPr txBox="1">
            <a:spLocks noGrp="1"/>
          </p:cNvSpPr>
          <p:nvPr>
            <p:ph type="title"/>
          </p:nvPr>
        </p:nvSpPr>
        <p:spPr>
          <a:xfrm>
            <a:off x="2604300" y="540000"/>
            <a:ext cx="3935400" cy="477600"/>
          </a:xfrm>
          <a:prstGeom prst="rect">
            <a:avLst/>
          </a:prstGeom>
          <a:solidFill>
            <a:schemeClr val="accent5"/>
          </a:solidFill>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a:endParaRPr/>
          </a:p>
        </p:txBody>
      </p:sp>
      <p:sp>
        <p:nvSpPr>
          <p:cNvPr id="84" name="Google Shape;84;p16"/>
          <p:cNvSpPr txBox="1">
            <a:spLocks noGrp="1"/>
          </p:cNvSpPr>
          <p:nvPr>
            <p:ph type="subTitle" idx="1"/>
          </p:nvPr>
        </p:nvSpPr>
        <p:spPr>
          <a:xfrm>
            <a:off x="724125" y="2350394"/>
            <a:ext cx="23160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5" name="Google Shape;85;p16"/>
          <p:cNvSpPr txBox="1">
            <a:spLocks noGrp="1"/>
          </p:cNvSpPr>
          <p:nvPr>
            <p:ph type="title" idx="2"/>
          </p:nvPr>
        </p:nvSpPr>
        <p:spPr>
          <a:xfrm>
            <a:off x="724125" y="1969878"/>
            <a:ext cx="2316000" cy="373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86" name="Google Shape;86;p16"/>
          <p:cNvSpPr txBox="1">
            <a:spLocks noGrp="1"/>
          </p:cNvSpPr>
          <p:nvPr>
            <p:ph type="subTitle" idx="3"/>
          </p:nvPr>
        </p:nvSpPr>
        <p:spPr>
          <a:xfrm>
            <a:off x="3413996" y="2350394"/>
            <a:ext cx="23160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7" name="Google Shape;87;p16"/>
          <p:cNvSpPr txBox="1">
            <a:spLocks noGrp="1"/>
          </p:cNvSpPr>
          <p:nvPr>
            <p:ph type="title" idx="4"/>
          </p:nvPr>
        </p:nvSpPr>
        <p:spPr>
          <a:xfrm>
            <a:off x="3414000" y="1969878"/>
            <a:ext cx="2316000" cy="373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88" name="Google Shape;88;p16"/>
          <p:cNvSpPr txBox="1">
            <a:spLocks noGrp="1"/>
          </p:cNvSpPr>
          <p:nvPr>
            <p:ph type="subTitle" idx="5"/>
          </p:nvPr>
        </p:nvSpPr>
        <p:spPr>
          <a:xfrm>
            <a:off x="6103866" y="2350394"/>
            <a:ext cx="23160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9" name="Google Shape;89;p16"/>
          <p:cNvSpPr txBox="1">
            <a:spLocks noGrp="1"/>
          </p:cNvSpPr>
          <p:nvPr>
            <p:ph type="title" idx="6"/>
          </p:nvPr>
        </p:nvSpPr>
        <p:spPr>
          <a:xfrm>
            <a:off x="6103874" y="1969878"/>
            <a:ext cx="2316000" cy="373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90" name="Google Shape;90;p16"/>
          <p:cNvSpPr txBox="1">
            <a:spLocks noGrp="1"/>
          </p:cNvSpPr>
          <p:nvPr>
            <p:ph type="subTitle" idx="7"/>
          </p:nvPr>
        </p:nvSpPr>
        <p:spPr>
          <a:xfrm>
            <a:off x="724125" y="3911734"/>
            <a:ext cx="23160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1" name="Google Shape;91;p16"/>
          <p:cNvSpPr txBox="1">
            <a:spLocks noGrp="1"/>
          </p:cNvSpPr>
          <p:nvPr>
            <p:ph type="title" idx="8"/>
          </p:nvPr>
        </p:nvSpPr>
        <p:spPr>
          <a:xfrm>
            <a:off x="724125" y="3531194"/>
            <a:ext cx="2316000" cy="373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92" name="Google Shape;92;p16"/>
          <p:cNvSpPr txBox="1">
            <a:spLocks noGrp="1"/>
          </p:cNvSpPr>
          <p:nvPr>
            <p:ph type="subTitle" idx="9"/>
          </p:nvPr>
        </p:nvSpPr>
        <p:spPr>
          <a:xfrm>
            <a:off x="3413996" y="3911734"/>
            <a:ext cx="23160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3" name="Google Shape;93;p16"/>
          <p:cNvSpPr txBox="1">
            <a:spLocks noGrp="1"/>
          </p:cNvSpPr>
          <p:nvPr>
            <p:ph type="title" idx="13"/>
          </p:nvPr>
        </p:nvSpPr>
        <p:spPr>
          <a:xfrm>
            <a:off x="3414000" y="3531194"/>
            <a:ext cx="2316000" cy="373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94" name="Google Shape;94;p16"/>
          <p:cNvSpPr txBox="1">
            <a:spLocks noGrp="1"/>
          </p:cNvSpPr>
          <p:nvPr>
            <p:ph type="subTitle" idx="14"/>
          </p:nvPr>
        </p:nvSpPr>
        <p:spPr>
          <a:xfrm>
            <a:off x="6103866" y="3911734"/>
            <a:ext cx="23160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5" name="Google Shape;95;p16"/>
          <p:cNvSpPr txBox="1">
            <a:spLocks noGrp="1"/>
          </p:cNvSpPr>
          <p:nvPr>
            <p:ph type="title" idx="15"/>
          </p:nvPr>
        </p:nvSpPr>
        <p:spPr>
          <a:xfrm>
            <a:off x="6103874" y="3531194"/>
            <a:ext cx="2316000" cy="373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pic>
        <p:nvPicPr>
          <p:cNvPr id="2" name="Picture 2">
            <a:extLst>
              <a:ext uri="{FF2B5EF4-FFF2-40B4-BE49-F238E27FC236}">
                <a16:creationId xmlns:a16="http://schemas.microsoft.com/office/drawing/2014/main" id="{190032CD-3C8A-5AA3-6CD8-097BFC14DE1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1463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108"/>
        <p:cNvGrpSpPr/>
        <p:nvPr/>
      </p:nvGrpSpPr>
      <p:grpSpPr>
        <a:xfrm>
          <a:off x="0" y="0"/>
          <a:ext cx="0" cy="0"/>
          <a:chOff x="0" y="0"/>
          <a:chExt cx="0" cy="0"/>
        </a:xfrm>
      </p:grpSpPr>
      <p:sp>
        <p:nvSpPr>
          <p:cNvPr id="109" name="Google Shape;109;p21"/>
          <p:cNvSpPr/>
          <p:nvPr/>
        </p:nvSpPr>
        <p:spPr>
          <a:xfrm rot="10800000">
            <a:off x="345975" y="318889"/>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1"/>
          <p:cNvSpPr txBox="1">
            <a:spLocks noGrp="1"/>
          </p:cNvSpPr>
          <p:nvPr>
            <p:ph type="subTitle" idx="1"/>
          </p:nvPr>
        </p:nvSpPr>
        <p:spPr>
          <a:xfrm>
            <a:off x="943350" y="1842673"/>
            <a:ext cx="2316000" cy="571500"/>
          </a:xfrm>
          <a:prstGeom prst="rect">
            <a:avLst/>
          </a:prstGeom>
        </p:spPr>
        <p:txBody>
          <a:bodyPr spcFirstLastPara="1" wrap="square" lIns="91425" tIns="91425" rIns="91425" bIns="91425" anchor="t" anchorCtr="0">
            <a:noAutofit/>
          </a:bodyPr>
          <a:lstStyle>
            <a:lvl1pPr marR="23369" lvl="0"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111" name="Google Shape;111;p21"/>
          <p:cNvSpPr txBox="1">
            <a:spLocks noGrp="1"/>
          </p:cNvSpPr>
          <p:nvPr>
            <p:ph type="title"/>
          </p:nvPr>
        </p:nvSpPr>
        <p:spPr>
          <a:xfrm>
            <a:off x="943250" y="1447350"/>
            <a:ext cx="2316000" cy="37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112" name="Google Shape;112;p21"/>
          <p:cNvSpPr txBox="1">
            <a:spLocks noGrp="1"/>
          </p:cNvSpPr>
          <p:nvPr>
            <p:ph type="subTitle" idx="2"/>
          </p:nvPr>
        </p:nvSpPr>
        <p:spPr>
          <a:xfrm>
            <a:off x="943300" y="4031886"/>
            <a:ext cx="2316000" cy="571500"/>
          </a:xfrm>
          <a:prstGeom prst="rect">
            <a:avLst/>
          </a:prstGeom>
        </p:spPr>
        <p:txBody>
          <a:bodyPr spcFirstLastPara="1" wrap="square" lIns="91425" tIns="91425" rIns="91425" bIns="91425" anchor="t" anchorCtr="0">
            <a:noAutofit/>
          </a:bodyPr>
          <a:lstStyle>
            <a:lvl1pPr marR="23369" lvl="0"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113" name="Google Shape;113;p21"/>
          <p:cNvSpPr txBox="1">
            <a:spLocks noGrp="1"/>
          </p:cNvSpPr>
          <p:nvPr>
            <p:ph type="title" idx="3"/>
          </p:nvPr>
        </p:nvSpPr>
        <p:spPr>
          <a:xfrm>
            <a:off x="943300" y="3636560"/>
            <a:ext cx="2316000" cy="37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114" name="Google Shape;114;p21"/>
          <p:cNvSpPr txBox="1">
            <a:spLocks noGrp="1"/>
          </p:cNvSpPr>
          <p:nvPr>
            <p:ph type="subTitle" idx="4"/>
          </p:nvPr>
        </p:nvSpPr>
        <p:spPr>
          <a:xfrm>
            <a:off x="943225" y="2937280"/>
            <a:ext cx="2316000" cy="57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115" name="Google Shape;115;p21"/>
          <p:cNvSpPr txBox="1">
            <a:spLocks noGrp="1"/>
          </p:cNvSpPr>
          <p:nvPr>
            <p:ph type="title" idx="5"/>
          </p:nvPr>
        </p:nvSpPr>
        <p:spPr>
          <a:xfrm>
            <a:off x="943262" y="2541955"/>
            <a:ext cx="2316000" cy="377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116" name="Google Shape;116;p21"/>
          <p:cNvSpPr txBox="1">
            <a:spLocks noGrp="1"/>
          </p:cNvSpPr>
          <p:nvPr>
            <p:ph type="title" idx="6"/>
          </p:nvPr>
        </p:nvSpPr>
        <p:spPr>
          <a:xfrm>
            <a:off x="2604300" y="540000"/>
            <a:ext cx="3935400" cy="477600"/>
          </a:xfrm>
          <a:prstGeom prst="rect">
            <a:avLst/>
          </a:prstGeom>
          <a:solidFill>
            <a:schemeClr val="accent5"/>
          </a:solidFill>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2" name="Picture 2">
            <a:extLst>
              <a:ext uri="{FF2B5EF4-FFF2-40B4-BE49-F238E27FC236}">
                <a16:creationId xmlns:a16="http://schemas.microsoft.com/office/drawing/2014/main" id="{7A985008-C548-87B6-E9E7-40E25FDD758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05530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
  <p:cSld name="Title and three columns ">
    <p:spTree>
      <p:nvGrpSpPr>
        <p:cNvPr id="1" name="Shape 65"/>
        <p:cNvGrpSpPr/>
        <p:nvPr/>
      </p:nvGrpSpPr>
      <p:grpSpPr>
        <a:xfrm>
          <a:off x="0" y="0"/>
          <a:ext cx="0" cy="0"/>
          <a:chOff x="0" y="0"/>
          <a:chExt cx="0" cy="0"/>
        </a:xfrm>
      </p:grpSpPr>
      <p:sp>
        <p:nvSpPr>
          <p:cNvPr id="66" name="Google Shape;66;p14"/>
          <p:cNvSpPr/>
          <p:nvPr/>
        </p:nvSpPr>
        <p:spPr>
          <a:xfrm rot="10800000">
            <a:off x="345975" y="311725"/>
            <a:ext cx="8475900" cy="4490400"/>
          </a:xfrm>
          <a:prstGeom prst="rect">
            <a:avLst/>
          </a:prstGeom>
          <a:gradFill>
            <a:gsLst>
              <a:gs pos="0">
                <a:schemeClr val="accent6"/>
              </a:gs>
              <a:gs pos="34000">
                <a:srgbClr val="4CEEFD">
                  <a:alpha val="31372"/>
                </a:srgbClr>
              </a:gs>
              <a:gs pos="100000">
                <a:srgbClr val="4CEEFD">
                  <a:alpha val="0"/>
                </a:srgbClr>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4"/>
          <p:cNvSpPr/>
          <p:nvPr/>
        </p:nvSpPr>
        <p:spPr>
          <a:xfrm>
            <a:off x="903578" y="1794725"/>
            <a:ext cx="2057100" cy="2467500"/>
          </a:xfrm>
          <a:prstGeom prst="rect">
            <a:avLst/>
          </a:prstGeom>
          <a:gradFill>
            <a:gsLst>
              <a:gs pos="0">
                <a:schemeClr val="accent6"/>
              </a:gs>
              <a:gs pos="34000">
                <a:srgbClr val="4CEEFD">
                  <a:alpha val="31372"/>
                </a:srgbClr>
              </a:gs>
              <a:gs pos="100000">
                <a:srgbClr val="4CEEFD">
                  <a:alpha val="0"/>
                </a:srgbClr>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4"/>
          <p:cNvSpPr/>
          <p:nvPr/>
        </p:nvSpPr>
        <p:spPr>
          <a:xfrm>
            <a:off x="3538448" y="1794725"/>
            <a:ext cx="2057100" cy="2467500"/>
          </a:xfrm>
          <a:prstGeom prst="rect">
            <a:avLst/>
          </a:prstGeom>
          <a:gradFill>
            <a:gsLst>
              <a:gs pos="0">
                <a:schemeClr val="accent6"/>
              </a:gs>
              <a:gs pos="34000">
                <a:srgbClr val="4CEEFD">
                  <a:alpha val="31372"/>
                </a:srgbClr>
              </a:gs>
              <a:gs pos="100000">
                <a:srgbClr val="4CEEFD">
                  <a:alpha val="0"/>
                </a:srgbClr>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4"/>
          <p:cNvSpPr/>
          <p:nvPr/>
        </p:nvSpPr>
        <p:spPr>
          <a:xfrm>
            <a:off x="6215478" y="1794725"/>
            <a:ext cx="2057100" cy="2467500"/>
          </a:xfrm>
          <a:prstGeom prst="rect">
            <a:avLst/>
          </a:prstGeom>
          <a:gradFill>
            <a:gsLst>
              <a:gs pos="0">
                <a:schemeClr val="accent6"/>
              </a:gs>
              <a:gs pos="34000">
                <a:srgbClr val="4CEEFD">
                  <a:alpha val="31372"/>
                </a:srgbClr>
              </a:gs>
              <a:gs pos="100000">
                <a:srgbClr val="4CEEFD">
                  <a:alpha val="0"/>
                </a:srgbClr>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4"/>
          <p:cNvSpPr txBox="1">
            <a:spLocks noGrp="1"/>
          </p:cNvSpPr>
          <p:nvPr>
            <p:ph type="title"/>
          </p:nvPr>
        </p:nvSpPr>
        <p:spPr>
          <a:xfrm>
            <a:off x="2604300" y="540000"/>
            <a:ext cx="3935400" cy="477600"/>
          </a:xfrm>
          <a:prstGeom prst="rect">
            <a:avLst/>
          </a:prstGeom>
          <a:solidFill>
            <a:schemeClr val="accent5"/>
          </a:solidFill>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1" name="Google Shape;71;p14"/>
          <p:cNvSpPr txBox="1">
            <a:spLocks noGrp="1"/>
          </p:cNvSpPr>
          <p:nvPr>
            <p:ph type="subTitle" idx="1"/>
          </p:nvPr>
        </p:nvSpPr>
        <p:spPr>
          <a:xfrm>
            <a:off x="1002276" y="2130950"/>
            <a:ext cx="18597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72" name="Google Shape;72;p14"/>
          <p:cNvSpPr txBox="1">
            <a:spLocks noGrp="1"/>
          </p:cNvSpPr>
          <p:nvPr>
            <p:ph type="title" idx="2"/>
          </p:nvPr>
        </p:nvSpPr>
        <p:spPr>
          <a:xfrm>
            <a:off x="1002275" y="2771675"/>
            <a:ext cx="1859700" cy="4203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73" name="Google Shape;73;p14"/>
          <p:cNvSpPr txBox="1">
            <a:spLocks noGrp="1"/>
          </p:cNvSpPr>
          <p:nvPr>
            <p:ph type="subTitle" idx="3"/>
          </p:nvPr>
        </p:nvSpPr>
        <p:spPr>
          <a:xfrm>
            <a:off x="6314181" y="2130950"/>
            <a:ext cx="18597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74" name="Google Shape;74;p14"/>
          <p:cNvSpPr txBox="1">
            <a:spLocks noGrp="1"/>
          </p:cNvSpPr>
          <p:nvPr>
            <p:ph type="title" idx="4"/>
          </p:nvPr>
        </p:nvSpPr>
        <p:spPr>
          <a:xfrm>
            <a:off x="6314176" y="2771675"/>
            <a:ext cx="1859700" cy="4203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75" name="Google Shape;75;p14"/>
          <p:cNvSpPr txBox="1">
            <a:spLocks noGrp="1"/>
          </p:cNvSpPr>
          <p:nvPr>
            <p:ph type="subTitle" idx="5"/>
          </p:nvPr>
        </p:nvSpPr>
        <p:spPr>
          <a:xfrm>
            <a:off x="3658224" y="2130950"/>
            <a:ext cx="18597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76" name="Google Shape;76;p14"/>
          <p:cNvSpPr txBox="1">
            <a:spLocks noGrp="1"/>
          </p:cNvSpPr>
          <p:nvPr>
            <p:ph type="title" idx="6"/>
          </p:nvPr>
        </p:nvSpPr>
        <p:spPr>
          <a:xfrm>
            <a:off x="3658221" y="2771675"/>
            <a:ext cx="1859700" cy="4203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pic>
        <p:nvPicPr>
          <p:cNvPr id="2" name="Picture 2">
            <a:extLst>
              <a:ext uri="{FF2B5EF4-FFF2-40B4-BE49-F238E27FC236}">
                <a16:creationId xmlns:a16="http://schemas.microsoft.com/office/drawing/2014/main" id="{EA64D08C-F7BA-986B-8D46-4935ADE5F87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7342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55"/>
        <p:cNvGrpSpPr/>
        <p:nvPr/>
      </p:nvGrpSpPr>
      <p:grpSpPr>
        <a:xfrm>
          <a:off x="0" y="0"/>
          <a:ext cx="0" cy="0"/>
          <a:chOff x="0" y="0"/>
          <a:chExt cx="0" cy="0"/>
        </a:xfrm>
      </p:grpSpPr>
      <p:sp>
        <p:nvSpPr>
          <p:cNvPr id="156" name="Google Shape;156;p28"/>
          <p:cNvSpPr/>
          <p:nvPr/>
        </p:nvSpPr>
        <p:spPr>
          <a:xfrm rot="10800000" flipH="1">
            <a:off x="345975" y="311725"/>
            <a:ext cx="8475900" cy="4490400"/>
          </a:xfrm>
          <a:prstGeom prst="rect">
            <a:avLst/>
          </a:prstGeom>
          <a:gradFill>
            <a:gsLst>
              <a:gs pos="0">
                <a:schemeClr val="accent6"/>
              </a:gs>
              <a:gs pos="34000">
                <a:srgbClr val="4CEEFD">
                  <a:alpha val="31372"/>
                </a:srgbClr>
              </a:gs>
              <a:gs pos="100000">
                <a:srgbClr val="4CEEFD">
                  <a:alpha val="0"/>
                </a:srgbClr>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8"/>
          <p:cNvSpPr txBox="1">
            <a:spLocks noGrp="1"/>
          </p:cNvSpPr>
          <p:nvPr>
            <p:ph type="title"/>
          </p:nvPr>
        </p:nvSpPr>
        <p:spPr>
          <a:xfrm>
            <a:off x="2604300" y="540000"/>
            <a:ext cx="3935400" cy="477600"/>
          </a:xfrm>
          <a:prstGeom prst="rect">
            <a:avLst/>
          </a:prstGeom>
          <a:solidFill>
            <a:schemeClr val="accent5"/>
          </a:solidFill>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58" name="Google Shape;158;p28"/>
          <p:cNvSpPr txBox="1">
            <a:spLocks noGrp="1"/>
          </p:cNvSpPr>
          <p:nvPr>
            <p:ph type="subTitle" idx="1"/>
          </p:nvPr>
        </p:nvSpPr>
        <p:spPr>
          <a:xfrm>
            <a:off x="1002275" y="3416864"/>
            <a:ext cx="1859700" cy="69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159" name="Google Shape;159;p28"/>
          <p:cNvSpPr txBox="1">
            <a:spLocks noGrp="1"/>
          </p:cNvSpPr>
          <p:nvPr>
            <p:ph type="title" idx="2"/>
          </p:nvPr>
        </p:nvSpPr>
        <p:spPr>
          <a:xfrm>
            <a:off x="1002275" y="3035757"/>
            <a:ext cx="1859700" cy="372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160" name="Google Shape;160;p28"/>
          <p:cNvSpPr txBox="1">
            <a:spLocks noGrp="1"/>
          </p:cNvSpPr>
          <p:nvPr>
            <p:ph type="subTitle" idx="3"/>
          </p:nvPr>
        </p:nvSpPr>
        <p:spPr>
          <a:xfrm>
            <a:off x="6314179" y="3416864"/>
            <a:ext cx="1859700" cy="698700"/>
          </a:xfrm>
          <a:prstGeom prst="rect">
            <a:avLst/>
          </a:prstGeom>
        </p:spPr>
        <p:txBody>
          <a:bodyPr spcFirstLastPara="1" wrap="square" lIns="91425" tIns="91425" rIns="91425" bIns="91425" anchor="t" anchorCtr="0">
            <a:noAutofit/>
          </a:bodyPr>
          <a:lstStyle>
            <a:lvl1pPr marR="0" lvl="0" algn="ctr"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161" name="Google Shape;161;p28"/>
          <p:cNvSpPr txBox="1">
            <a:spLocks noGrp="1"/>
          </p:cNvSpPr>
          <p:nvPr>
            <p:ph type="title" idx="4"/>
          </p:nvPr>
        </p:nvSpPr>
        <p:spPr>
          <a:xfrm>
            <a:off x="6314179" y="3035757"/>
            <a:ext cx="1859700" cy="372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162" name="Google Shape;162;p28"/>
          <p:cNvSpPr txBox="1">
            <a:spLocks noGrp="1"/>
          </p:cNvSpPr>
          <p:nvPr>
            <p:ph type="subTitle" idx="5"/>
          </p:nvPr>
        </p:nvSpPr>
        <p:spPr>
          <a:xfrm>
            <a:off x="3642638" y="3416864"/>
            <a:ext cx="1859700" cy="698700"/>
          </a:xfrm>
          <a:prstGeom prst="rect">
            <a:avLst/>
          </a:prstGeom>
        </p:spPr>
        <p:txBody>
          <a:bodyPr spcFirstLastPara="1" wrap="square" lIns="91425" tIns="91425" rIns="91425" bIns="91425" anchor="t" anchorCtr="0">
            <a:noAutofit/>
          </a:bodyPr>
          <a:lstStyle>
            <a:lvl1pPr marR="0" lvl="0" algn="ctr"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163" name="Google Shape;163;p28"/>
          <p:cNvSpPr txBox="1">
            <a:spLocks noGrp="1"/>
          </p:cNvSpPr>
          <p:nvPr>
            <p:ph type="title" idx="6"/>
          </p:nvPr>
        </p:nvSpPr>
        <p:spPr>
          <a:xfrm>
            <a:off x="3642638" y="3035757"/>
            <a:ext cx="1859700" cy="3726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pic>
        <p:nvPicPr>
          <p:cNvPr id="2" name="Picture 2">
            <a:extLst>
              <a:ext uri="{FF2B5EF4-FFF2-40B4-BE49-F238E27FC236}">
                <a16:creationId xmlns:a16="http://schemas.microsoft.com/office/drawing/2014/main" id="{1C9F296D-4967-B6E6-087C-1C536538A55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176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64"/>
        <p:cNvGrpSpPr/>
        <p:nvPr/>
      </p:nvGrpSpPr>
      <p:grpSpPr>
        <a:xfrm>
          <a:off x="0" y="0"/>
          <a:ext cx="0" cy="0"/>
          <a:chOff x="0" y="0"/>
          <a:chExt cx="0" cy="0"/>
        </a:xfrm>
      </p:grpSpPr>
      <p:sp>
        <p:nvSpPr>
          <p:cNvPr id="165" name="Google Shape;165;p29"/>
          <p:cNvSpPr/>
          <p:nvPr/>
        </p:nvSpPr>
        <p:spPr>
          <a:xfrm flipH="1">
            <a:off x="345975" y="311725"/>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9"/>
          <p:cNvSpPr txBox="1">
            <a:spLocks noGrp="1"/>
          </p:cNvSpPr>
          <p:nvPr>
            <p:ph type="subTitle" idx="1"/>
          </p:nvPr>
        </p:nvSpPr>
        <p:spPr>
          <a:xfrm>
            <a:off x="4399125" y="1722675"/>
            <a:ext cx="3852000" cy="1073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
        <p:nvSpPr>
          <p:cNvPr id="167" name="Google Shape;167;p29"/>
          <p:cNvSpPr txBox="1">
            <a:spLocks noGrp="1"/>
          </p:cNvSpPr>
          <p:nvPr>
            <p:ph type="ctrTitle"/>
          </p:nvPr>
        </p:nvSpPr>
        <p:spPr>
          <a:xfrm flipH="1">
            <a:off x="4399125" y="648975"/>
            <a:ext cx="3852000" cy="1073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5200"/>
              <a:buNone/>
              <a:defRPr sz="7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168" name="Google Shape;168;p29"/>
          <p:cNvSpPr txBox="1"/>
          <p:nvPr/>
        </p:nvSpPr>
        <p:spPr>
          <a:xfrm>
            <a:off x="5135325" y="3578700"/>
            <a:ext cx="3115800" cy="728700"/>
          </a:xfrm>
          <a:prstGeom prst="rect">
            <a:avLst/>
          </a:prstGeom>
          <a:noFill/>
          <a:ln>
            <a:noFill/>
          </a:ln>
        </p:spPr>
        <p:txBody>
          <a:bodyPr spcFirstLastPara="1" wrap="square" lIns="91425" tIns="91425" rIns="91425" bIns="91425" anchor="t" anchorCtr="0">
            <a:noAutofit/>
          </a:bodyPr>
          <a:lstStyle/>
          <a:p>
            <a:pPr marL="0" lvl="0" indent="0" algn="r" rtl="0">
              <a:lnSpc>
                <a:spcPct val="114000"/>
              </a:lnSpc>
              <a:spcBef>
                <a:spcPts val="0"/>
              </a:spcBef>
              <a:spcAft>
                <a:spcPts val="0"/>
              </a:spcAft>
              <a:buNone/>
            </a:pPr>
            <a:r>
              <a:rPr lang="en" sz="1100">
                <a:solidFill>
                  <a:schemeClr val="lt1"/>
                </a:solidFill>
                <a:latin typeface="Roboto"/>
                <a:ea typeface="Roboto"/>
                <a:cs typeface="Roboto"/>
                <a:sym typeface="Roboto"/>
              </a:rPr>
              <a:t>CREDITS: This presentation template was created by </a:t>
            </a:r>
            <a:r>
              <a:rPr lang="en" sz="1100" b="1">
                <a:solidFill>
                  <a:schemeClr val="lt1"/>
                </a:solidFill>
                <a:uFill>
                  <a:noFill/>
                </a:u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sz="1100" b="1">
                <a:solidFill>
                  <a:schemeClr val="lt1"/>
                </a:solidFill>
                <a:latin typeface="Roboto"/>
                <a:ea typeface="Roboto"/>
                <a:cs typeface="Roboto"/>
                <a:sym typeface="Roboto"/>
              </a:rPr>
              <a:t>,</a:t>
            </a:r>
            <a:r>
              <a:rPr lang="en" sz="1100">
                <a:solidFill>
                  <a:schemeClr val="lt1"/>
                </a:solidFill>
                <a:latin typeface="Roboto"/>
                <a:ea typeface="Roboto"/>
                <a:cs typeface="Roboto"/>
                <a:sym typeface="Roboto"/>
              </a:rPr>
              <a:t> including icons by </a:t>
            </a:r>
            <a:r>
              <a:rPr lang="en" sz="1100" b="1">
                <a:solidFill>
                  <a:schemeClr val="lt1"/>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sz="1100">
                <a:solidFill>
                  <a:schemeClr val="lt1"/>
                </a:solidFill>
                <a:latin typeface="Roboto"/>
                <a:ea typeface="Roboto"/>
                <a:cs typeface="Roboto"/>
                <a:sym typeface="Roboto"/>
              </a:rPr>
              <a:t>, and infographics &amp; images by </a:t>
            </a:r>
            <a:r>
              <a:rPr lang="en" sz="1100" b="1">
                <a:solidFill>
                  <a:schemeClr val="lt1"/>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r>
              <a:rPr lang="en" sz="1100">
                <a:solidFill>
                  <a:schemeClr val="lt1"/>
                </a:solidFill>
                <a:latin typeface="Roboto"/>
                <a:ea typeface="Roboto"/>
                <a:cs typeface="Roboto"/>
                <a:sym typeface="Roboto"/>
              </a:rPr>
              <a:t> </a:t>
            </a:r>
            <a:endParaRPr sz="1100">
              <a:solidFill>
                <a:schemeClr val="lt1"/>
              </a:solidFill>
              <a:latin typeface="Roboto"/>
              <a:ea typeface="Roboto"/>
              <a:cs typeface="Roboto"/>
              <a:sym typeface="Roboto"/>
            </a:endParaRPr>
          </a:p>
        </p:txBody>
      </p:sp>
      <p:pic>
        <p:nvPicPr>
          <p:cNvPr id="2" name="Picture 2">
            <a:extLst>
              <a:ext uri="{FF2B5EF4-FFF2-40B4-BE49-F238E27FC236}">
                <a16:creationId xmlns:a16="http://schemas.microsoft.com/office/drawing/2014/main" id="{A9A0DB3B-1932-8110-33A1-0EB67241D9A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8312727" y="70139"/>
            <a:ext cx="532968" cy="7093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7827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83675" y="415425"/>
            <a:ext cx="8203200" cy="4812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1pPr>
            <a:lvl2pPr lvl="1">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2500"/>
              <a:buFont typeface="Fira Sans Extra Condensed Medium"/>
              <a:buNone/>
              <a:defRPr sz="2500">
                <a:latin typeface="Fira Sans Extra Condensed Medium"/>
                <a:ea typeface="Fira Sans Extra Condensed Medium"/>
                <a:cs typeface="Fira Sans Extra Condensed Medium"/>
                <a:sym typeface="Fira Sans Extra Condensed Medium"/>
              </a:defRPr>
            </a:lvl9pPr>
          </a:lstStyle>
          <a:p>
            <a:endParaRPr/>
          </a:p>
        </p:txBody>
      </p:sp>
      <p:sp>
        <p:nvSpPr>
          <p:cNvPr id="7" name="Google Shape;7;p1"/>
          <p:cNvSpPr txBox="1">
            <a:spLocks noGrp="1"/>
          </p:cNvSpPr>
          <p:nvPr>
            <p:ph type="body" idx="1"/>
          </p:nvPr>
        </p:nvSpPr>
        <p:spPr>
          <a:xfrm>
            <a:off x="483675" y="1031250"/>
            <a:ext cx="8203200" cy="3696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Roboto"/>
              <a:buChar char="●"/>
              <a:defRPr sz="1800">
                <a:latin typeface="Roboto"/>
                <a:ea typeface="Roboto"/>
                <a:cs typeface="Roboto"/>
                <a:sym typeface="Roboto"/>
              </a:defRPr>
            </a:lvl1pPr>
            <a:lvl2pPr marL="914400" lvl="1" indent="-317500">
              <a:lnSpc>
                <a:spcPct val="115000"/>
              </a:lnSpc>
              <a:spcBef>
                <a:spcPts val="1600"/>
              </a:spcBef>
              <a:spcAft>
                <a:spcPts val="0"/>
              </a:spcAft>
              <a:buSzPts val="1400"/>
              <a:buFont typeface="Roboto"/>
              <a:buChar char="○"/>
              <a:defRPr>
                <a:latin typeface="Roboto"/>
                <a:ea typeface="Roboto"/>
                <a:cs typeface="Roboto"/>
                <a:sym typeface="Roboto"/>
              </a:defRPr>
            </a:lvl2pPr>
            <a:lvl3pPr marL="1371600" lvl="2" indent="-317500">
              <a:lnSpc>
                <a:spcPct val="115000"/>
              </a:lnSpc>
              <a:spcBef>
                <a:spcPts val="1600"/>
              </a:spcBef>
              <a:spcAft>
                <a:spcPts val="0"/>
              </a:spcAft>
              <a:buSzPts val="1400"/>
              <a:buFont typeface="Roboto"/>
              <a:buChar char="■"/>
              <a:defRPr>
                <a:latin typeface="Roboto"/>
                <a:ea typeface="Roboto"/>
                <a:cs typeface="Roboto"/>
                <a:sym typeface="Roboto"/>
              </a:defRPr>
            </a:lvl3pPr>
            <a:lvl4pPr marL="1828800" lvl="3" indent="-317500">
              <a:lnSpc>
                <a:spcPct val="115000"/>
              </a:lnSpc>
              <a:spcBef>
                <a:spcPts val="1600"/>
              </a:spcBef>
              <a:spcAft>
                <a:spcPts val="0"/>
              </a:spcAft>
              <a:buSzPts val="1400"/>
              <a:buFont typeface="Roboto"/>
              <a:buChar char="●"/>
              <a:defRPr>
                <a:latin typeface="Roboto"/>
                <a:ea typeface="Roboto"/>
                <a:cs typeface="Roboto"/>
                <a:sym typeface="Roboto"/>
              </a:defRPr>
            </a:lvl4pPr>
            <a:lvl5pPr marL="2286000" lvl="4" indent="-317500">
              <a:lnSpc>
                <a:spcPct val="115000"/>
              </a:lnSpc>
              <a:spcBef>
                <a:spcPts val="1600"/>
              </a:spcBef>
              <a:spcAft>
                <a:spcPts val="0"/>
              </a:spcAft>
              <a:buSzPts val="1400"/>
              <a:buFont typeface="Roboto"/>
              <a:buChar char="○"/>
              <a:defRPr>
                <a:latin typeface="Roboto"/>
                <a:ea typeface="Roboto"/>
                <a:cs typeface="Roboto"/>
                <a:sym typeface="Roboto"/>
              </a:defRPr>
            </a:lvl5pPr>
            <a:lvl6pPr marL="2743200" lvl="5" indent="-317500">
              <a:lnSpc>
                <a:spcPct val="115000"/>
              </a:lnSpc>
              <a:spcBef>
                <a:spcPts val="1600"/>
              </a:spcBef>
              <a:spcAft>
                <a:spcPts val="0"/>
              </a:spcAft>
              <a:buSzPts val="1400"/>
              <a:buFont typeface="Roboto"/>
              <a:buChar char="■"/>
              <a:defRPr>
                <a:latin typeface="Roboto"/>
                <a:ea typeface="Roboto"/>
                <a:cs typeface="Roboto"/>
                <a:sym typeface="Roboto"/>
              </a:defRPr>
            </a:lvl6pPr>
            <a:lvl7pPr marL="3200400" lvl="6" indent="-317500">
              <a:lnSpc>
                <a:spcPct val="115000"/>
              </a:lnSpc>
              <a:spcBef>
                <a:spcPts val="1600"/>
              </a:spcBef>
              <a:spcAft>
                <a:spcPts val="0"/>
              </a:spcAft>
              <a:buSzPts val="1400"/>
              <a:buFont typeface="Roboto"/>
              <a:buChar char="●"/>
              <a:defRPr>
                <a:latin typeface="Roboto"/>
                <a:ea typeface="Roboto"/>
                <a:cs typeface="Roboto"/>
                <a:sym typeface="Roboto"/>
              </a:defRPr>
            </a:lvl7pPr>
            <a:lvl8pPr marL="3657600" lvl="7" indent="-317500">
              <a:lnSpc>
                <a:spcPct val="115000"/>
              </a:lnSpc>
              <a:spcBef>
                <a:spcPts val="1600"/>
              </a:spcBef>
              <a:spcAft>
                <a:spcPts val="0"/>
              </a:spcAft>
              <a:buSzPts val="1400"/>
              <a:buFont typeface="Roboto"/>
              <a:buChar char="○"/>
              <a:defRPr>
                <a:latin typeface="Roboto"/>
                <a:ea typeface="Roboto"/>
                <a:cs typeface="Roboto"/>
                <a:sym typeface="Roboto"/>
              </a:defRPr>
            </a:lvl8pPr>
            <a:lvl9pPr marL="4114800" lvl="8" indent="-317500">
              <a:lnSpc>
                <a:spcPct val="115000"/>
              </a:lnSpc>
              <a:spcBef>
                <a:spcPts val="1600"/>
              </a:spcBef>
              <a:spcAft>
                <a:spcPts val="1600"/>
              </a:spcAft>
              <a:buSzPts val="1400"/>
              <a:buFont typeface="Roboto"/>
              <a:buChar char="■"/>
              <a:defRPr>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2" r:id="rId12"/>
    <p:sldLayoutId id="2147483663" r:id="rId13"/>
    <p:sldLayoutId id="2147483664" r:id="rId14"/>
    <p:sldLayoutId id="2147483665" r:id="rId15"/>
    <p:sldLayoutId id="2147483666" r:id="rId16"/>
    <p:sldLayoutId id="2147483667" r:id="rId17"/>
    <p:sldLayoutId id="2147483668"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EA4335"/>
          </p15:clr>
        </p15:guide>
        <p15:guide id="2" pos="2880">
          <p15:clr>
            <a:srgbClr val="EA4335"/>
          </p15:clr>
        </p15:guide>
        <p15:guide id="3" pos="288">
          <p15:clr>
            <a:srgbClr val="EA4335"/>
          </p15:clr>
        </p15:guide>
        <p15:guide id="4" pos="5472">
          <p15:clr>
            <a:srgbClr val="EA4335"/>
          </p15:clr>
        </p15:guide>
        <p15:guide id="5" orient="horz" pos="262">
          <p15:clr>
            <a:srgbClr val="EA4335"/>
          </p15:clr>
        </p15:guide>
        <p15:guide id="6" orient="horz" pos="2978">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5"/>
          <p:cNvSpPr txBox="1">
            <a:spLocks noGrp="1"/>
          </p:cNvSpPr>
          <p:nvPr>
            <p:ph type="ctrTitle"/>
          </p:nvPr>
        </p:nvSpPr>
        <p:spPr>
          <a:xfrm>
            <a:off x="1434790" y="947725"/>
            <a:ext cx="6490010" cy="90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solidFill>
                  <a:schemeClr val="accent1"/>
                </a:solidFill>
              </a:rPr>
              <a:t>TÌNH TRẠNG HỌC TRỰC TUYẾN CỦA HỌC SINH MỸ TRONG THỜI KÌ COVID-19</a:t>
            </a:r>
            <a:endParaRPr dirty="0">
              <a:solidFill>
                <a:schemeClr val="accent1"/>
              </a:solidFill>
            </a:endParaRPr>
          </a:p>
        </p:txBody>
      </p:sp>
      <p:sp>
        <p:nvSpPr>
          <p:cNvPr id="56" name="Google Shape;56;p15"/>
          <p:cNvSpPr txBox="1">
            <a:spLocks noGrp="1"/>
          </p:cNvSpPr>
          <p:nvPr>
            <p:ph type="subTitle" idx="1"/>
          </p:nvPr>
        </p:nvSpPr>
        <p:spPr>
          <a:xfrm>
            <a:off x="1724988" y="2445186"/>
            <a:ext cx="5694000" cy="37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1700" dirty="0">
                <a:solidFill>
                  <a:schemeClr val="accent1"/>
                </a:solidFill>
              </a:rPr>
              <a:t>NHÓM: BÚN ĐẬU</a:t>
            </a:r>
            <a:endParaRPr sz="1700" dirty="0">
              <a:solidFill>
                <a:schemeClr val="accent1"/>
              </a:solidFill>
            </a:endParaRPr>
          </a:p>
        </p:txBody>
      </p:sp>
      <p:grpSp>
        <p:nvGrpSpPr>
          <p:cNvPr id="57" name="Google Shape;57;p15"/>
          <p:cNvGrpSpPr/>
          <p:nvPr/>
        </p:nvGrpSpPr>
        <p:grpSpPr>
          <a:xfrm>
            <a:off x="-1765072" y="2664807"/>
            <a:ext cx="10787812" cy="3283202"/>
            <a:chOff x="711150" y="1559663"/>
            <a:chExt cx="7721575" cy="2350013"/>
          </a:xfrm>
        </p:grpSpPr>
        <p:sp>
          <p:nvSpPr>
            <p:cNvPr id="58" name="Google Shape;58;p15"/>
            <p:cNvSpPr/>
            <p:nvPr/>
          </p:nvSpPr>
          <p:spPr>
            <a:xfrm>
              <a:off x="711150" y="1595125"/>
              <a:ext cx="7721575" cy="2314550"/>
            </a:xfrm>
            <a:custGeom>
              <a:avLst/>
              <a:gdLst/>
              <a:ahLst/>
              <a:cxnLst/>
              <a:rect l="l" t="t" r="r" b="b"/>
              <a:pathLst>
                <a:path w="308863" h="92582" extrusionOk="0">
                  <a:moveTo>
                    <a:pt x="0" y="92445"/>
                  </a:moveTo>
                  <a:lnTo>
                    <a:pt x="24529" y="34740"/>
                  </a:lnTo>
                  <a:lnTo>
                    <a:pt x="73382" y="80857"/>
                  </a:lnTo>
                  <a:lnTo>
                    <a:pt x="97740" y="23146"/>
                  </a:lnTo>
                  <a:lnTo>
                    <a:pt x="122133" y="46302"/>
                  </a:lnTo>
                  <a:lnTo>
                    <a:pt x="146543" y="0"/>
                  </a:lnTo>
                  <a:lnTo>
                    <a:pt x="195411" y="69356"/>
                  </a:lnTo>
                  <a:lnTo>
                    <a:pt x="219734" y="57794"/>
                  </a:lnTo>
                  <a:lnTo>
                    <a:pt x="244161" y="80952"/>
                  </a:lnTo>
                  <a:lnTo>
                    <a:pt x="268621" y="11652"/>
                  </a:lnTo>
                  <a:lnTo>
                    <a:pt x="293020" y="44"/>
                  </a:lnTo>
                  <a:lnTo>
                    <a:pt x="308863" y="92582"/>
                  </a:lnTo>
                </a:path>
              </a:pathLst>
            </a:custGeom>
            <a:noFill/>
            <a:ln w="19050" cap="flat" cmpd="sng">
              <a:solidFill>
                <a:schemeClr val="accent1"/>
              </a:solidFill>
              <a:prstDash val="solid"/>
              <a:round/>
              <a:headEnd type="none" w="med" len="med"/>
              <a:tailEnd type="none" w="med" len="med"/>
            </a:ln>
          </p:spPr>
          <p:txBody>
            <a:bodyPr/>
            <a:lstStyle/>
            <a:p>
              <a:endParaRPr lang="en-US"/>
            </a:p>
          </p:txBody>
        </p:sp>
        <p:sp>
          <p:nvSpPr>
            <p:cNvPr id="59" name="Google Shape;59;p15"/>
            <p:cNvSpPr/>
            <p:nvPr/>
          </p:nvSpPr>
          <p:spPr>
            <a:xfrm>
              <a:off x="1287538" y="2426363"/>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p:nvPr/>
          </p:nvSpPr>
          <p:spPr>
            <a:xfrm>
              <a:off x="1897863" y="3003575"/>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2508163" y="358078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p:cNvSpPr/>
            <p:nvPr/>
          </p:nvSpPr>
          <p:spPr>
            <a:xfrm>
              <a:off x="3118475" y="21377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p:cNvSpPr/>
            <p:nvPr/>
          </p:nvSpPr>
          <p:spPr>
            <a:xfrm>
              <a:off x="3728788" y="2714950"/>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5"/>
            <p:cNvSpPr/>
            <p:nvPr/>
          </p:nvSpPr>
          <p:spPr>
            <a:xfrm>
              <a:off x="4339088" y="15599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p:cNvSpPr/>
            <p:nvPr/>
          </p:nvSpPr>
          <p:spPr>
            <a:xfrm>
              <a:off x="4949400" y="2426363"/>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p:cNvSpPr/>
            <p:nvPr/>
          </p:nvSpPr>
          <p:spPr>
            <a:xfrm>
              <a:off x="5559713" y="3292175"/>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a:off x="6170025" y="30069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a:off x="6780338" y="3580775"/>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a:off x="7390650" y="18491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a:off x="8006675" y="1559663"/>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15"/>
          <p:cNvGrpSpPr/>
          <p:nvPr/>
        </p:nvGrpSpPr>
        <p:grpSpPr>
          <a:xfrm>
            <a:off x="-823039" y="2664804"/>
            <a:ext cx="10790078" cy="2519041"/>
            <a:chOff x="710288" y="2137750"/>
            <a:chExt cx="7723197" cy="1803050"/>
          </a:xfrm>
        </p:grpSpPr>
        <p:sp>
          <p:nvSpPr>
            <p:cNvPr id="72" name="Google Shape;72;p15"/>
            <p:cNvSpPr/>
            <p:nvPr/>
          </p:nvSpPr>
          <p:spPr>
            <a:xfrm>
              <a:off x="710288" y="2172905"/>
              <a:ext cx="7723197" cy="1739465"/>
            </a:xfrm>
            <a:custGeom>
              <a:avLst/>
              <a:gdLst/>
              <a:ahLst/>
              <a:cxnLst/>
              <a:rect l="l" t="t" r="r" b="b"/>
              <a:pathLst>
                <a:path w="214429" h="48295" extrusionOk="0">
                  <a:moveTo>
                    <a:pt x="0" y="48101"/>
                  </a:moveTo>
                  <a:lnTo>
                    <a:pt x="17026" y="32099"/>
                  </a:lnTo>
                  <a:lnTo>
                    <a:pt x="33957" y="40100"/>
                  </a:lnTo>
                  <a:lnTo>
                    <a:pt x="50912" y="8072"/>
                  </a:lnTo>
                  <a:lnTo>
                    <a:pt x="67890" y="48077"/>
                  </a:lnTo>
                  <a:lnTo>
                    <a:pt x="84797" y="24003"/>
                  </a:lnTo>
                  <a:lnTo>
                    <a:pt x="101751" y="32099"/>
                  </a:lnTo>
                  <a:lnTo>
                    <a:pt x="118658" y="24122"/>
                  </a:lnTo>
                  <a:lnTo>
                    <a:pt x="135613" y="8025"/>
                  </a:lnTo>
                  <a:lnTo>
                    <a:pt x="152591" y="0"/>
                  </a:lnTo>
                  <a:lnTo>
                    <a:pt x="169522" y="24098"/>
                  </a:lnTo>
                  <a:lnTo>
                    <a:pt x="186500" y="32194"/>
                  </a:lnTo>
                  <a:lnTo>
                    <a:pt x="203611" y="16042"/>
                  </a:lnTo>
                  <a:lnTo>
                    <a:pt x="214429" y="48295"/>
                  </a:ln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73" name="Google Shape;73;p15"/>
            <p:cNvSpPr/>
            <p:nvPr/>
          </p:nvSpPr>
          <p:spPr>
            <a:xfrm>
              <a:off x="8000975" y="2718588"/>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p:cNvSpPr/>
            <p:nvPr/>
          </p:nvSpPr>
          <p:spPr>
            <a:xfrm>
              <a:off x="7390663" y="32921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p:nvPr/>
          </p:nvSpPr>
          <p:spPr>
            <a:xfrm>
              <a:off x="6780325" y="30035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5"/>
            <p:cNvSpPr/>
            <p:nvPr/>
          </p:nvSpPr>
          <p:spPr>
            <a:xfrm>
              <a:off x="6170038" y="2137750"/>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5"/>
            <p:cNvSpPr/>
            <p:nvPr/>
          </p:nvSpPr>
          <p:spPr>
            <a:xfrm>
              <a:off x="5559700" y="2426363"/>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a:off x="4949413" y="3006938"/>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4339088" y="32921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p:nvPr/>
          </p:nvSpPr>
          <p:spPr>
            <a:xfrm>
              <a:off x="3728775" y="30035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a:off x="3118475" y="3869400"/>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5"/>
            <p:cNvSpPr/>
            <p:nvPr/>
          </p:nvSpPr>
          <p:spPr>
            <a:xfrm>
              <a:off x="2508163" y="2426363"/>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p:nvPr/>
          </p:nvSpPr>
          <p:spPr>
            <a:xfrm>
              <a:off x="1897850" y="35807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p:nvPr/>
          </p:nvSpPr>
          <p:spPr>
            <a:xfrm>
              <a:off x="1287538" y="3292188"/>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7"/>
          <p:cNvSpPr txBox="1">
            <a:spLocks noGrp="1"/>
          </p:cNvSpPr>
          <p:nvPr>
            <p:ph type="title"/>
          </p:nvPr>
        </p:nvSpPr>
        <p:spPr>
          <a:xfrm>
            <a:off x="2607200" y="540000"/>
            <a:ext cx="3929700"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DANH SÁCH THÀNH VIÊN</a:t>
            </a:r>
            <a:endParaRPr dirty="0"/>
          </a:p>
        </p:txBody>
      </p:sp>
      <p:sp>
        <p:nvSpPr>
          <p:cNvPr id="473" name="Google Shape;473;p37"/>
          <p:cNvSpPr txBox="1">
            <a:spLocks noGrp="1"/>
          </p:cNvSpPr>
          <p:nvPr>
            <p:ph type="title" idx="5"/>
          </p:nvPr>
        </p:nvSpPr>
        <p:spPr>
          <a:xfrm>
            <a:off x="4321200" y="2282015"/>
            <a:ext cx="4102500" cy="43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A42026_Phạm Văn Hà</a:t>
            </a:r>
            <a:endParaRPr dirty="0"/>
          </a:p>
        </p:txBody>
      </p:sp>
      <p:sp>
        <p:nvSpPr>
          <p:cNvPr id="475" name="Google Shape;475;p37"/>
          <p:cNvSpPr txBox="1">
            <a:spLocks noGrp="1"/>
          </p:cNvSpPr>
          <p:nvPr>
            <p:ph type="title" idx="8"/>
          </p:nvPr>
        </p:nvSpPr>
        <p:spPr>
          <a:xfrm>
            <a:off x="4321200" y="3051770"/>
            <a:ext cx="4102500" cy="43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A46456_Đỗ Hoàng Hiệp</a:t>
            </a:r>
            <a:endParaRPr dirty="0"/>
          </a:p>
        </p:txBody>
      </p:sp>
      <p:sp>
        <p:nvSpPr>
          <p:cNvPr id="483" name="Google Shape;483;p37"/>
          <p:cNvSpPr txBox="1">
            <a:spLocks noGrp="1"/>
          </p:cNvSpPr>
          <p:nvPr>
            <p:ph type="title" idx="2"/>
          </p:nvPr>
        </p:nvSpPr>
        <p:spPr>
          <a:xfrm>
            <a:off x="4321200" y="1461715"/>
            <a:ext cx="4102500" cy="43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dirty="0"/>
              <a:t>A46219_Lê Hải Sơn</a:t>
            </a:r>
            <a:endParaRPr dirty="0"/>
          </a:p>
        </p:txBody>
      </p:sp>
      <p:grpSp>
        <p:nvGrpSpPr>
          <p:cNvPr id="484" name="Google Shape;484;p37"/>
          <p:cNvGrpSpPr/>
          <p:nvPr/>
        </p:nvGrpSpPr>
        <p:grpSpPr>
          <a:xfrm>
            <a:off x="1090574" y="1604225"/>
            <a:ext cx="1738026" cy="2823854"/>
            <a:chOff x="1090574" y="1604225"/>
            <a:chExt cx="1738026" cy="2823854"/>
          </a:xfrm>
        </p:grpSpPr>
        <p:sp>
          <p:nvSpPr>
            <p:cNvPr id="485" name="Google Shape;485;p37"/>
            <p:cNvSpPr/>
            <p:nvPr/>
          </p:nvSpPr>
          <p:spPr>
            <a:xfrm>
              <a:off x="1996241" y="2595554"/>
              <a:ext cx="414752" cy="1504829"/>
            </a:xfrm>
            <a:custGeom>
              <a:avLst/>
              <a:gdLst/>
              <a:ahLst/>
              <a:cxnLst/>
              <a:rect l="l" t="t" r="r" b="b"/>
              <a:pathLst>
                <a:path w="3487" h="12652" extrusionOk="0">
                  <a:moveTo>
                    <a:pt x="0" y="0"/>
                  </a:moveTo>
                  <a:lnTo>
                    <a:pt x="0" y="10634"/>
                  </a:lnTo>
                  <a:lnTo>
                    <a:pt x="3486" y="12652"/>
                  </a:lnTo>
                  <a:lnTo>
                    <a:pt x="3486" y="2018"/>
                  </a:lnTo>
                  <a:lnTo>
                    <a:pt x="0"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2038227" y="2672866"/>
              <a:ext cx="55308" cy="1190589"/>
            </a:xfrm>
            <a:custGeom>
              <a:avLst/>
              <a:gdLst/>
              <a:ahLst/>
              <a:cxnLst/>
              <a:rect l="l" t="t" r="r" b="b"/>
              <a:pathLst>
                <a:path w="465" h="10010" extrusionOk="0">
                  <a:moveTo>
                    <a:pt x="1" y="1"/>
                  </a:moveTo>
                  <a:lnTo>
                    <a:pt x="1" y="9732"/>
                  </a:lnTo>
                  <a:lnTo>
                    <a:pt x="465" y="10009"/>
                  </a:lnTo>
                  <a:lnTo>
                    <a:pt x="465" y="273"/>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2131239" y="2728175"/>
              <a:ext cx="54714" cy="1187497"/>
            </a:xfrm>
            <a:custGeom>
              <a:avLst/>
              <a:gdLst/>
              <a:ahLst/>
              <a:cxnLst/>
              <a:rect l="l" t="t" r="r" b="b"/>
              <a:pathLst>
                <a:path w="460" h="9984" extrusionOk="0">
                  <a:moveTo>
                    <a:pt x="0" y="0"/>
                  </a:moveTo>
                  <a:lnTo>
                    <a:pt x="0" y="9711"/>
                  </a:lnTo>
                  <a:lnTo>
                    <a:pt x="460" y="9983"/>
                  </a:lnTo>
                  <a:lnTo>
                    <a:pt x="460" y="252"/>
                  </a:lnTo>
                  <a:lnTo>
                    <a:pt x="0"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2223657" y="2780271"/>
              <a:ext cx="52335" cy="1188092"/>
            </a:xfrm>
            <a:custGeom>
              <a:avLst/>
              <a:gdLst/>
              <a:ahLst/>
              <a:cxnLst/>
              <a:rect l="l" t="t" r="r" b="b"/>
              <a:pathLst>
                <a:path w="440" h="9989" extrusionOk="0">
                  <a:moveTo>
                    <a:pt x="0" y="1"/>
                  </a:moveTo>
                  <a:lnTo>
                    <a:pt x="0" y="9737"/>
                  </a:lnTo>
                  <a:lnTo>
                    <a:pt x="439" y="9989"/>
                  </a:lnTo>
                  <a:lnTo>
                    <a:pt x="439" y="278"/>
                  </a:lnTo>
                  <a:lnTo>
                    <a:pt x="0"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2313577" y="2833082"/>
              <a:ext cx="54832" cy="1187497"/>
            </a:xfrm>
            <a:custGeom>
              <a:avLst/>
              <a:gdLst/>
              <a:ahLst/>
              <a:cxnLst/>
              <a:rect l="l" t="t" r="r" b="b"/>
              <a:pathLst>
                <a:path w="461" h="9984" extrusionOk="0">
                  <a:moveTo>
                    <a:pt x="1" y="1"/>
                  </a:moveTo>
                  <a:lnTo>
                    <a:pt x="1" y="9732"/>
                  </a:lnTo>
                  <a:lnTo>
                    <a:pt x="460" y="9984"/>
                  </a:lnTo>
                  <a:lnTo>
                    <a:pt x="460" y="273"/>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2410871" y="2595554"/>
              <a:ext cx="417726" cy="1504829"/>
            </a:xfrm>
            <a:custGeom>
              <a:avLst/>
              <a:gdLst/>
              <a:ahLst/>
              <a:cxnLst/>
              <a:rect l="l" t="t" r="r" b="b"/>
              <a:pathLst>
                <a:path w="3512" h="12652" extrusionOk="0">
                  <a:moveTo>
                    <a:pt x="3511" y="0"/>
                  </a:moveTo>
                  <a:lnTo>
                    <a:pt x="0" y="2018"/>
                  </a:lnTo>
                  <a:lnTo>
                    <a:pt x="0" y="12652"/>
                  </a:lnTo>
                  <a:lnTo>
                    <a:pt x="3511" y="10634"/>
                  </a:lnTo>
                  <a:lnTo>
                    <a:pt x="3511" y="0"/>
                  </a:lnTo>
                  <a:close/>
                </a:path>
              </a:pathLst>
            </a:custGeom>
            <a:gradFill>
              <a:gsLst>
                <a:gs pos="0">
                  <a:srgbClr val="1501A9"/>
                </a:gs>
                <a:gs pos="100000">
                  <a:srgbClr val="17163E"/>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2455831" y="2833082"/>
              <a:ext cx="52929" cy="1187497"/>
            </a:xfrm>
            <a:custGeom>
              <a:avLst/>
              <a:gdLst/>
              <a:ahLst/>
              <a:cxnLst/>
              <a:rect l="l" t="t" r="r" b="b"/>
              <a:pathLst>
                <a:path w="445" h="9984" extrusionOk="0">
                  <a:moveTo>
                    <a:pt x="444" y="1"/>
                  </a:moveTo>
                  <a:lnTo>
                    <a:pt x="1" y="273"/>
                  </a:lnTo>
                  <a:lnTo>
                    <a:pt x="1" y="9984"/>
                  </a:lnTo>
                  <a:lnTo>
                    <a:pt x="444" y="9732"/>
                  </a:lnTo>
                  <a:lnTo>
                    <a:pt x="44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p:cNvSpPr/>
            <p:nvPr/>
          </p:nvSpPr>
          <p:spPr>
            <a:xfrm>
              <a:off x="2545869" y="2780271"/>
              <a:ext cx="55308" cy="1188092"/>
            </a:xfrm>
            <a:custGeom>
              <a:avLst/>
              <a:gdLst/>
              <a:ahLst/>
              <a:cxnLst/>
              <a:rect l="l" t="t" r="r" b="b"/>
              <a:pathLst>
                <a:path w="465" h="9989" extrusionOk="0">
                  <a:moveTo>
                    <a:pt x="464" y="1"/>
                  </a:moveTo>
                  <a:lnTo>
                    <a:pt x="0" y="278"/>
                  </a:lnTo>
                  <a:lnTo>
                    <a:pt x="0" y="9989"/>
                  </a:lnTo>
                  <a:lnTo>
                    <a:pt x="464" y="9737"/>
                  </a:lnTo>
                  <a:lnTo>
                    <a:pt x="46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2638287" y="2728175"/>
              <a:ext cx="55308" cy="1187497"/>
            </a:xfrm>
            <a:custGeom>
              <a:avLst/>
              <a:gdLst/>
              <a:ahLst/>
              <a:cxnLst/>
              <a:rect l="l" t="t" r="r" b="b"/>
              <a:pathLst>
                <a:path w="465" h="9984" extrusionOk="0">
                  <a:moveTo>
                    <a:pt x="464" y="0"/>
                  </a:moveTo>
                  <a:lnTo>
                    <a:pt x="0" y="252"/>
                  </a:lnTo>
                  <a:lnTo>
                    <a:pt x="0" y="9983"/>
                  </a:lnTo>
                  <a:lnTo>
                    <a:pt x="464" y="9711"/>
                  </a:lnTo>
                  <a:lnTo>
                    <a:pt x="46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2731180" y="2672866"/>
              <a:ext cx="54714" cy="1190589"/>
            </a:xfrm>
            <a:custGeom>
              <a:avLst/>
              <a:gdLst/>
              <a:ahLst/>
              <a:cxnLst/>
              <a:rect l="l" t="t" r="r" b="b"/>
              <a:pathLst>
                <a:path w="460" h="10010" extrusionOk="0">
                  <a:moveTo>
                    <a:pt x="460" y="1"/>
                  </a:moveTo>
                  <a:lnTo>
                    <a:pt x="1" y="273"/>
                  </a:lnTo>
                  <a:lnTo>
                    <a:pt x="1" y="10009"/>
                  </a:lnTo>
                  <a:lnTo>
                    <a:pt x="460" y="9732"/>
                  </a:lnTo>
                  <a:lnTo>
                    <a:pt x="460"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1996241" y="2355528"/>
              <a:ext cx="832360" cy="480042"/>
            </a:xfrm>
            <a:custGeom>
              <a:avLst/>
              <a:gdLst/>
              <a:ahLst/>
              <a:cxnLst/>
              <a:rect l="l" t="t" r="r" b="b"/>
              <a:pathLst>
                <a:path w="6998" h="4036" extrusionOk="0">
                  <a:moveTo>
                    <a:pt x="3486" y="0"/>
                  </a:moveTo>
                  <a:lnTo>
                    <a:pt x="0" y="2018"/>
                  </a:lnTo>
                  <a:lnTo>
                    <a:pt x="3486" y="4036"/>
                  </a:lnTo>
                  <a:lnTo>
                    <a:pt x="6997" y="2018"/>
                  </a:lnTo>
                  <a:lnTo>
                    <a:pt x="3486" y="0"/>
                  </a:lnTo>
                  <a:close/>
                </a:path>
              </a:pathLst>
            </a:custGeom>
            <a:gradFill>
              <a:gsLst>
                <a:gs pos="0">
                  <a:srgbClr val="8C74F9"/>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2341290" y="2685474"/>
              <a:ext cx="147013" cy="85399"/>
            </a:xfrm>
            <a:custGeom>
              <a:avLst/>
              <a:gdLst/>
              <a:ahLst/>
              <a:cxnLst/>
              <a:rect l="l" t="t" r="r" b="b"/>
              <a:pathLst>
                <a:path w="1236" h="718" extrusionOk="0">
                  <a:moveTo>
                    <a:pt x="605" y="1"/>
                  </a:moveTo>
                  <a:lnTo>
                    <a:pt x="0" y="359"/>
                  </a:lnTo>
                  <a:lnTo>
                    <a:pt x="605" y="717"/>
                  </a:lnTo>
                  <a:lnTo>
                    <a:pt x="1236" y="359"/>
                  </a:lnTo>
                  <a:lnTo>
                    <a:pt x="605"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2358655" y="2402867"/>
              <a:ext cx="109903" cy="62562"/>
            </a:xfrm>
            <a:custGeom>
              <a:avLst/>
              <a:gdLst/>
              <a:ahLst/>
              <a:cxnLst/>
              <a:rect l="l" t="t" r="r" b="b"/>
              <a:pathLst>
                <a:path w="924" h="526" extrusionOk="0">
                  <a:moveTo>
                    <a:pt x="459" y="1"/>
                  </a:moveTo>
                  <a:lnTo>
                    <a:pt x="0" y="253"/>
                  </a:lnTo>
                  <a:lnTo>
                    <a:pt x="459" y="526"/>
                  </a:lnTo>
                  <a:lnTo>
                    <a:pt x="923" y="253"/>
                  </a:lnTo>
                  <a:lnTo>
                    <a:pt x="459" y="1"/>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2358655" y="2432960"/>
              <a:ext cx="54714" cy="62444"/>
            </a:xfrm>
            <a:custGeom>
              <a:avLst/>
              <a:gdLst/>
              <a:ahLst/>
              <a:cxnLst/>
              <a:rect l="l" t="t" r="r" b="b"/>
              <a:pathLst>
                <a:path w="460" h="525" extrusionOk="0">
                  <a:moveTo>
                    <a:pt x="0" y="0"/>
                  </a:moveTo>
                  <a:lnTo>
                    <a:pt x="0" y="252"/>
                  </a:lnTo>
                  <a:lnTo>
                    <a:pt x="459" y="525"/>
                  </a:lnTo>
                  <a:lnTo>
                    <a:pt x="459" y="273"/>
                  </a:lnTo>
                  <a:lnTo>
                    <a:pt x="0"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2413250" y="2432960"/>
              <a:ext cx="55308" cy="62444"/>
            </a:xfrm>
            <a:custGeom>
              <a:avLst/>
              <a:gdLst/>
              <a:ahLst/>
              <a:cxnLst/>
              <a:rect l="l" t="t" r="r" b="b"/>
              <a:pathLst>
                <a:path w="465" h="525" extrusionOk="0">
                  <a:moveTo>
                    <a:pt x="464" y="0"/>
                  </a:moveTo>
                  <a:lnTo>
                    <a:pt x="0" y="273"/>
                  </a:lnTo>
                  <a:lnTo>
                    <a:pt x="0" y="525"/>
                  </a:lnTo>
                  <a:lnTo>
                    <a:pt x="464" y="252"/>
                  </a:lnTo>
                  <a:lnTo>
                    <a:pt x="464" y="0"/>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2283603" y="2445568"/>
              <a:ext cx="109903" cy="62444"/>
            </a:xfrm>
            <a:custGeom>
              <a:avLst/>
              <a:gdLst/>
              <a:ahLst/>
              <a:cxnLst/>
              <a:rect l="l" t="t" r="r" b="b"/>
              <a:pathLst>
                <a:path w="924" h="525" extrusionOk="0">
                  <a:moveTo>
                    <a:pt x="460" y="0"/>
                  </a:moveTo>
                  <a:lnTo>
                    <a:pt x="1" y="252"/>
                  </a:lnTo>
                  <a:lnTo>
                    <a:pt x="460" y="525"/>
                  </a:lnTo>
                  <a:lnTo>
                    <a:pt x="924" y="252"/>
                  </a:lnTo>
                  <a:lnTo>
                    <a:pt x="460"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2283603" y="2475541"/>
              <a:ext cx="54714" cy="62444"/>
            </a:xfrm>
            <a:custGeom>
              <a:avLst/>
              <a:gdLst/>
              <a:ahLst/>
              <a:cxnLst/>
              <a:rect l="l" t="t" r="r" b="b"/>
              <a:pathLst>
                <a:path w="460" h="525" extrusionOk="0">
                  <a:moveTo>
                    <a:pt x="1" y="0"/>
                  </a:moveTo>
                  <a:lnTo>
                    <a:pt x="1" y="253"/>
                  </a:lnTo>
                  <a:lnTo>
                    <a:pt x="460" y="525"/>
                  </a:lnTo>
                  <a:lnTo>
                    <a:pt x="460" y="273"/>
                  </a:lnTo>
                  <a:lnTo>
                    <a:pt x="1"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2338198" y="2475541"/>
              <a:ext cx="55308" cy="62444"/>
            </a:xfrm>
            <a:custGeom>
              <a:avLst/>
              <a:gdLst/>
              <a:ahLst/>
              <a:cxnLst/>
              <a:rect l="l" t="t" r="r" b="b"/>
              <a:pathLst>
                <a:path w="465" h="525" extrusionOk="0">
                  <a:moveTo>
                    <a:pt x="465" y="0"/>
                  </a:moveTo>
                  <a:lnTo>
                    <a:pt x="1" y="273"/>
                  </a:lnTo>
                  <a:lnTo>
                    <a:pt x="1" y="525"/>
                  </a:lnTo>
                  <a:lnTo>
                    <a:pt x="465" y="253"/>
                  </a:lnTo>
                  <a:lnTo>
                    <a:pt x="465" y="0"/>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2208670" y="2488149"/>
              <a:ext cx="109903" cy="62444"/>
            </a:xfrm>
            <a:custGeom>
              <a:avLst/>
              <a:gdLst/>
              <a:ahLst/>
              <a:cxnLst/>
              <a:rect l="l" t="t" r="r" b="b"/>
              <a:pathLst>
                <a:path w="924" h="525" extrusionOk="0">
                  <a:moveTo>
                    <a:pt x="459" y="0"/>
                  </a:moveTo>
                  <a:lnTo>
                    <a:pt x="0" y="273"/>
                  </a:lnTo>
                  <a:lnTo>
                    <a:pt x="459" y="525"/>
                  </a:lnTo>
                  <a:lnTo>
                    <a:pt x="923" y="273"/>
                  </a:lnTo>
                  <a:lnTo>
                    <a:pt x="459"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2208670" y="2520501"/>
              <a:ext cx="54714" cy="60184"/>
            </a:xfrm>
            <a:custGeom>
              <a:avLst/>
              <a:gdLst/>
              <a:ahLst/>
              <a:cxnLst/>
              <a:rect l="l" t="t" r="r" b="b"/>
              <a:pathLst>
                <a:path w="460" h="506" extrusionOk="0">
                  <a:moveTo>
                    <a:pt x="0" y="1"/>
                  </a:moveTo>
                  <a:lnTo>
                    <a:pt x="0" y="233"/>
                  </a:lnTo>
                  <a:lnTo>
                    <a:pt x="459" y="505"/>
                  </a:lnTo>
                  <a:lnTo>
                    <a:pt x="459" y="253"/>
                  </a:lnTo>
                  <a:lnTo>
                    <a:pt x="0" y="1"/>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2263264" y="2520501"/>
              <a:ext cx="55308" cy="60184"/>
            </a:xfrm>
            <a:custGeom>
              <a:avLst/>
              <a:gdLst/>
              <a:ahLst/>
              <a:cxnLst/>
              <a:rect l="l" t="t" r="r" b="b"/>
              <a:pathLst>
                <a:path w="465" h="506" extrusionOk="0">
                  <a:moveTo>
                    <a:pt x="464" y="1"/>
                  </a:moveTo>
                  <a:lnTo>
                    <a:pt x="0" y="253"/>
                  </a:lnTo>
                  <a:lnTo>
                    <a:pt x="0" y="505"/>
                  </a:lnTo>
                  <a:lnTo>
                    <a:pt x="464" y="233"/>
                  </a:lnTo>
                  <a:lnTo>
                    <a:pt x="464" y="1"/>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1996241" y="1604225"/>
              <a:ext cx="832360" cy="1232575"/>
            </a:xfrm>
            <a:custGeom>
              <a:avLst/>
              <a:gdLst/>
              <a:ahLst/>
              <a:cxnLst/>
              <a:rect l="l" t="t" r="r" b="b"/>
              <a:pathLst>
                <a:path w="6998" h="10363" extrusionOk="0">
                  <a:moveTo>
                    <a:pt x="3486" y="1"/>
                  </a:moveTo>
                  <a:lnTo>
                    <a:pt x="0" y="2039"/>
                  </a:lnTo>
                  <a:lnTo>
                    <a:pt x="0" y="8345"/>
                  </a:lnTo>
                  <a:lnTo>
                    <a:pt x="3486" y="10362"/>
                  </a:lnTo>
                  <a:lnTo>
                    <a:pt x="6997" y="8324"/>
                  </a:lnTo>
                  <a:lnTo>
                    <a:pt x="6997" y="2019"/>
                  </a:lnTo>
                  <a:lnTo>
                    <a:pt x="3486" y="1"/>
                  </a:lnTo>
                  <a:close/>
                </a:path>
              </a:pathLst>
            </a:custGeom>
            <a:gradFill>
              <a:gsLst>
                <a:gs pos="0">
                  <a:srgbClr val="4CEEFD">
                    <a:alpha val="36160"/>
                  </a:srgb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p:cNvSpPr/>
            <p:nvPr/>
          </p:nvSpPr>
          <p:spPr>
            <a:xfrm>
              <a:off x="1090574" y="3355714"/>
              <a:ext cx="414752" cy="1072363"/>
            </a:xfrm>
            <a:custGeom>
              <a:avLst/>
              <a:gdLst/>
              <a:ahLst/>
              <a:cxnLst/>
              <a:rect l="l" t="t" r="r" b="b"/>
              <a:pathLst>
                <a:path w="3487" h="9016" extrusionOk="0">
                  <a:moveTo>
                    <a:pt x="1" y="1"/>
                  </a:moveTo>
                  <a:lnTo>
                    <a:pt x="1" y="6977"/>
                  </a:lnTo>
                  <a:lnTo>
                    <a:pt x="3486" y="9015"/>
                  </a:lnTo>
                  <a:lnTo>
                    <a:pt x="3486" y="2018"/>
                  </a:lnTo>
                  <a:lnTo>
                    <a:pt x="1" y="1"/>
                  </a:lnTo>
                  <a:close/>
                </a:path>
              </a:pathLst>
            </a:custGeom>
            <a:gradFill>
              <a:gsLst>
                <a:gs pos="0">
                  <a:srgbClr val="B0A1FB"/>
                </a:gs>
                <a:gs pos="50000">
                  <a:srgbClr val="AD95E6"/>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p:cNvSpPr/>
            <p:nvPr/>
          </p:nvSpPr>
          <p:spPr>
            <a:xfrm>
              <a:off x="1090574" y="3388067"/>
              <a:ext cx="414752" cy="292355"/>
            </a:xfrm>
            <a:custGeom>
              <a:avLst/>
              <a:gdLst/>
              <a:ahLst/>
              <a:cxnLst/>
              <a:rect l="l" t="t" r="r" b="b"/>
              <a:pathLst>
                <a:path w="3487" h="2458" extrusionOk="0">
                  <a:moveTo>
                    <a:pt x="1" y="1"/>
                  </a:moveTo>
                  <a:lnTo>
                    <a:pt x="1" y="440"/>
                  </a:lnTo>
                  <a:lnTo>
                    <a:pt x="3486" y="2458"/>
                  </a:lnTo>
                  <a:lnTo>
                    <a:pt x="3486" y="2019"/>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p:cNvSpPr/>
            <p:nvPr/>
          </p:nvSpPr>
          <p:spPr>
            <a:xfrm>
              <a:off x="1090574" y="3505701"/>
              <a:ext cx="414752" cy="292355"/>
            </a:xfrm>
            <a:custGeom>
              <a:avLst/>
              <a:gdLst/>
              <a:ahLst/>
              <a:cxnLst/>
              <a:rect l="l" t="t" r="r" b="b"/>
              <a:pathLst>
                <a:path w="3487" h="2458" extrusionOk="0">
                  <a:moveTo>
                    <a:pt x="1" y="1"/>
                  </a:moveTo>
                  <a:lnTo>
                    <a:pt x="1" y="440"/>
                  </a:lnTo>
                  <a:lnTo>
                    <a:pt x="3486" y="2457"/>
                  </a:lnTo>
                  <a:lnTo>
                    <a:pt x="3486" y="2018"/>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p:cNvSpPr/>
            <p:nvPr/>
          </p:nvSpPr>
          <p:spPr>
            <a:xfrm>
              <a:off x="1090574" y="3623335"/>
              <a:ext cx="414752" cy="292355"/>
            </a:xfrm>
            <a:custGeom>
              <a:avLst/>
              <a:gdLst/>
              <a:ahLst/>
              <a:cxnLst/>
              <a:rect l="l" t="t" r="r" b="b"/>
              <a:pathLst>
                <a:path w="3487" h="2458" extrusionOk="0">
                  <a:moveTo>
                    <a:pt x="1" y="0"/>
                  </a:moveTo>
                  <a:lnTo>
                    <a:pt x="1" y="439"/>
                  </a:lnTo>
                  <a:lnTo>
                    <a:pt x="3486" y="2457"/>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p:cNvSpPr/>
            <p:nvPr/>
          </p:nvSpPr>
          <p:spPr>
            <a:xfrm>
              <a:off x="1090574" y="3740374"/>
              <a:ext cx="414752" cy="292830"/>
            </a:xfrm>
            <a:custGeom>
              <a:avLst/>
              <a:gdLst/>
              <a:ahLst/>
              <a:cxnLst/>
              <a:rect l="l" t="t" r="r" b="b"/>
              <a:pathLst>
                <a:path w="3487" h="2462" extrusionOk="0">
                  <a:moveTo>
                    <a:pt x="1" y="0"/>
                  </a:moveTo>
                  <a:lnTo>
                    <a:pt x="1" y="444"/>
                  </a:lnTo>
                  <a:lnTo>
                    <a:pt x="3486" y="2462"/>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p:cNvSpPr/>
            <p:nvPr/>
          </p:nvSpPr>
          <p:spPr>
            <a:xfrm>
              <a:off x="1090574" y="3857889"/>
              <a:ext cx="414752" cy="292949"/>
            </a:xfrm>
            <a:custGeom>
              <a:avLst/>
              <a:gdLst/>
              <a:ahLst/>
              <a:cxnLst/>
              <a:rect l="l" t="t" r="r" b="b"/>
              <a:pathLst>
                <a:path w="3487" h="2463" extrusionOk="0">
                  <a:moveTo>
                    <a:pt x="1" y="1"/>
                  </a:moveTo>
                  <a:lnTo>
                    <a:pt x="1" y="445"/>
                  </a:lnTo>
                  <a:lnTo>
                    <a:pt x="3486" y="2462"/>
                  </a:lnTo>
                  <a:lnTo>
                    <a:pt x="3486" y="2019"/>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p:cNvSpPr/>
            <p:nvPr/>
          </p:nvSpPr>
          <p:spPr>
            <a:xfrm>
              <a:off x="1090574" y="3975523"/>
              <a:ext cx="414752" cy="292949"/>
            </a:xfrm>
            <a:custGeom>
              <a:avLst/>
              <a:gdLst/>
              <a:ahLst/>
              <a:cxnLst/>
              <a:rect l="l" t="t" r="r" b="b"/>
              <a:pathLst>
                <a:path w="3487" h="2463" extrusionOk="0">
                  <a:moveTo>
                    <a:pt x="1" y="0"/>
                  </a:moveTo>
                  <a:lnTo>
                    <a:pt x="1" y="444"/>
                  </a:lnTo>
                  <a:lnTo>
                    <a:pt x="3486" y="2462"/>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p:cNvSpPr/>
            <p:nvPr/>
          </p:nvSpPr>
          <p:spPr>
            <a:xfrm>
              <a:off x="1090574" y="4093157"/>
              <a:ext cx="414752" cy="292236"/>
            </a:xfrm>
            <a:custGeom>
              <a:avLst/>
              <a:gdLst/>
              <a:ahLst/>
              <a:cxnLst/>
              <a:rect l="l" t="t" r="r" b="b"/>
              <a:pathLst>
                <a:path w="3487" h="2457" extrusionOk="0">
                  <a:moveTo>
                    <a:pt x="1" y="0"/>
                  </a:moveTo>
                  <a:lnTo>
                    <a:pt x="1" y="439"/>
                  </a:lnTo>
                  <a:lnTo>
                    <a:pt x="3486" y="2457"/>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1505204" y="3450511"/>
              <a:ext cx="252634" cy="977568"/>
            </a:xfrm>
            <a:custGeom>
              <a:avLst/>
              <a:gdLst/>
              <a:ahLst/>
              <a:cxnLst/>
              <a:rect l="l" t="t" r="r" b="b"/>
              <a:pathLst>
                <a:path w="2124" h="8219" extrusionOk="0">
                  <a:moveTo>
                    <a:pt x="2124" y="1"/>
                  </a:moveTo>
                  <a:lnTo>
                    <a:pt x="0" y="1221"/>
                  </a:lnTo>
                  <a:lnTo>
                    <a:pt x="0" y="8218"/>
                  </a:lnTo>
                  <a:lnTo>
                    <a:pt x="2124" y="6977"/>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p:cNvSpPr/>
            <p:nvPr/>
          </p:nvSpPr>
          <p:spPr>
            <a:xfrm>
              <a:off x="1505204" y="3482864"/>
              <a:ext cx="252634" cy="197559"/>
            </a:xfrm>
            <a:custGeom>
              <a:avLst/>
              <a:gdLst/>
              <a:ahLst/>
              <a:cxnLst/>
              <a:rect l="l" t="t" r="r" b="b"/>
              <a:pathLst>
                <a:path w="2124" h="1661" extrusionOk="0">
                  <a:moveTo>
                    <a:pt x="2124" y="1"/>
                  </a:moveTo>
                  <a:lnTo>
                    <a:pt x="0" y="1222"/>
                  </a:lnTo>
                  <a:lnTo>
                    <a:pt x="0" y="1661"/>
                  </a:lnTo>
                  <a:lnTo>
                    <a:pt x="2124" y="445"/>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7"/>
            <p:cNvSpPr/>
            <p:nvPr/>
          </p:nvSpPr>
          <p:spPr>
            <a:xfrm>
              <a:off x="1505204" y="3600498"/>
              <a:ext cx="252634" cy="197559"/>
            </a:xfrm>
            <a:custGeom>
              <a:avLst/>
              <a:gdLst/>
              <a:ahLst/>
              <a:cxnLst/>
              <a:rect l="l" t="t" r="r" b="b"/>
              <a:pathLst>
                <a:path w="2124" h="1661" extrusionOk="0">
                  <a:moveTo>
                    <a:pt x="2124" y="1"/>
                  </a:moveTo>
                  <a:lnTo>
                    <a:pt x="0" y="1221"/>
                  </a:lnTo>
                  <a:lnTo>
                    <a:pt x="0" y="1660"/>
                  </a:lnTo>
                  <a:lnTo>
                    <a:pt x="2124" y="445"/>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7"/>
            <p:cNvSpPr/>
            <p:nvPr/>
          </p:nvSpPr>
          <p:spPr>
            <a:xfrm>
              <a:off x="1505204" y="3718132"/>
              <a:ext cx="252634" cy="197559"/>
            </a:xfrm>
            <a:custGeom>
              <a:avLst/>
              <a:gdLst/>
              <a:ahLst/>
              <a:cxnLst/>
              <a:rect l="l" t="t" r="r" b="b"/>
              <a:pathLst>
                <a:path w="2124" h="1661" extrusionOk="0">
                  <a:moveTo>
                    <a:pt x="2124" y="0"/>
                  </a:moveTo>
                  <a:lnTo>
                    <a:pt x="0" y="1221"/>
                  </a:lnTo>
                  <a:lnTo>
                    <a:pt x="0" y="1660"/>
                  </a:lnTo>
                  <a:lnTo>
                    <a:pt x="2124" y="439"/>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7"/>
            <p:cNvSpPr/>
            <p:nvPr/>
          </p:nvSpPr>
          <p:spPr>
            <a:xfrm>
              <a:off x="1505204" y="3835766"/>
              <a:ext cx="252634" cy="197440"/>
            </a:xfrm>
            <a:custGeom>
              <a:avLst/>
              <a:gdLst/>
              <a:ahLst/>
              <a:cxnLst/>
              <a:rect l="l" t="t" r="r" b="b"/>
              <a:pathLst>
                <a:path w="2124" h="1660" extrusionOk="0">
                  <a:moveTo>
                    <a:pt x="2124" y="0"/>
                  </a:moveTo>
                  <a:lnTo>
                    <a:pt x="0" y="1216"/>
                  </a:lnTo>
                  <a:lnTo>
                    <a:pt x="0" y="1660"/>
                  </a:lnTo>
                  <a:lnTo>
                    <a:pt x="2124" y="439"/>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7"/>
            <p:cNvSpPr/>
            <p:nvPr/>
          </p:nvSpPr>
          <p:spPr>
            <a:xfrm>
              <a:off x="1505204" y="3953281"/>
              <a:ext cx="252634" cy="197559"/>
            </a:xfrm>
            <a:custGeom>
              <a:avLst/>
              <a:gdLst/>
              <a:ahLst/>
              <a:cxnLst/>
              <a:rect l="l" t="t" r="r" b="b"/>
              <a:pathLst>
                <a:path w="2124" h="1661" extrusionOk="0">
                  <a:moveTo>
                    <a:pt x="2124" y="1"/>
                  </a:moveTo>
                  <a:lnTo>
                    <a:pt x="0" y="1217"/>
                  </a:lnTo>
                  <a:lnTo>
                    <a:pt x="0" y="1660"/>
                  </a:lnTo>
                  <a:lnTo>
                    <a:pt x="2124" y="440"/>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7"/>
            <p:cNvSpPr/>
            <p:nvPr/>
          </p:nvSpPr>
          <p:spPr>
            <a:xfrm>
              <a:off x="1505204" y="4070320"/>
              <a:ext cx="252634" cy="198154"/>
            </a:xfrm>
            <a:custGeom>
              <a:avLst/>
              <a:gdLst/>
              <a:ahLst/>
              <a:cxnLst/>
              <a:rect l="l" t="t" r="r" b="b"/>
              <a:pathLst>
                <a:path w="2124" h="1666" extrusionOk="0">
                  <a:moveTo>
                    <a:pt x="2124" y="1"/>
                  </a:moveTo>
                  <a:lnTo>
                    <a:pt x="0" y="1221"/>
                  </a:lnTo>
                  <a:lnTo>
                    <a:pt x="0" y="1665"/>
                  </a:lnTo>
                  <a:lnTo>
                    <a:pt x="2124" y="444"/>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7"/>
            <p:cNvSpPr/>
            <p:nvPr/>
          </p:nvSpPr>
          <p:spPr>
            <a:xfrm>
              <a:off x="1505204" y="4187954"/>
              <a:ext cx="252634" cy="197440"/>
            </a:xfrm>
            <a:custGeom>
              <a:avLst/>
              <a:gdLst/>
              <a:ahLst/>
              <a:cxnLst/>
              <a:rect l="l" t="t" r="r" b="b"/>
              <a:pathLst>
                <a:path w="2124" h="1660" extrusionOk="0">
                  <a:moveTo>
                    <a:pt x="2124" y="0"/>
                  </a:moveTo>
                  <a:lnTo>
                    <a:pt x="0" y="1221"/>
                  </a:lnTo>
                  <a:lnTo>
                    <a:pt x="0" y="1660"/>
                  </a:lnTo>
                  <a:lnTo>
                    <a:pt x="2124" y="444"/>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7"/>
            <p:cNvSpPr/>
            <p:nvPr/>
          </p:nvSpPr>
          <p:spPr>
            <a:xfrm>
              <a:off x="1090574" y="3210486"/>
              <a:ext cx="667267" cy="385366"/>
            </a:xfrm>
            <a:custGeom>
              <a:avLst/>
              <a:gdLst/>
              <a:ahLst/>
              <a:cxnLst/>
              <a:rect l="l" t="t" r="r" b="b"/>
              <a:pathLst>
                <a:path w="5610" h="3240" extrusionOk="0">
                  <a:moveTo>
                    <a:pt x="2119" y="1"/>
                  </a:moveTo>
                  <a:lnTo>
                    <a:pt x="1" y="1222"/>
                  </a:lnTo>
                  <a:lnTo>
                    <a:pt x="3486" y="3239"/>
                  </a:lnTo>
                  <a:lnTo>
                    <a:pt x="5610" y="2019"/>
                  </a:lnTo>
                  <a:lnTo>
                    <a:pt x="2119" y="1"/>
                  </a:lnTo>
                  <a:close/>
                </a:path>
              </a:pathLst>
            </a:custGeom>
            <a:gradFill>
              <a:gsLst>
                <a:gs pos="0">
                  <a:srgbClr val="8C74F9"/>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7"/>
            <p:cNvSpPr/>
            <p:nvPr/>
          </p:nvSpPr>
          <p:spPr>
            <a:xfrm>
              <a:off x="1175141" y="3308375"/>
              <a:ext cx="167590" cy="97293"/>
            </a:xfrm>
            <a:custGeom>
              <a:avLst/>
              <a:gdLst/>
              <a:ahLst/>
              <a:cxnLst/>
              <a:rect l="l" t="t" r="r" b="b"/>
              <a:pathLst>
                <a:path w="1409" h="818" extrusionOk="0">
                  <a:moveTo>
                    <a:pt x="717" y="0"/>
                  </a:moveTo>
                  <a:lnTo>
                    <a:pt x="1" y="419"/>
                  </a:lnTo>
                  <a:lnTo>
                    <a:pt x="717" y="817"/>
                  </a:lnTo>
                  <a:lnTo>
                    <a:pt x="1408" y="419"/>
                  </a:lnTo>
                  <a:lnTo>
                    <a:pt x="717" y="0"/>
                  </a:lnTo>
                  <a:close/>
                </a:path>
              </a:pathLst>
            </a:custGeom>
            <a:gradFill>
              <a:gsLst>
                <a:gs pos="0">
                  <a:srgbClr val="1501A9"/>
                </a:gs>
                <a:gs pos="100000">
                  <a:srgbClr val="17163E"/>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7"/>
            <p:cNvSpPr/>
            <p:nvPr/>
          </p:nvSpPr>
          <p:spPr>
            <a:xfrm>
              <a:off x="1472733" y="3405075"/>
              <a:ext cx="162713" cy="86232"/>
            </a:xfrm>
            <a:custGeom>
              <a:avLst/>
              <a:gdLst/>
              <a:ahLst/>
              <a:cxnLst/>
              <a:rect l="l" t="t" r="r" b="b"/>
              <a:pathLst>
                <a:path w="1368" h="725" extrusionOk="0">
                  <a:moveTo>
                    <a:pt x="687" y="0"/>
                  </a:moveTo>
                  <a:cubicBezTo>
                    <a:pt x="527" y="0"/>
                    <a:pt x="369" y="37"/>
                    <a:pt x="253" y="110"/>
                  </a:cubicBezTo>
                  <a:cubicBezTo>
                    <a:pt x="1" y="236"/>
                    <a:pt x="1" y="468"/>
                    <a:pt x="253" y="615"/>
                  </a:cubicBezTo>
                  <a:cubicBezTo>
                    <a:pt x="369" y="688"/>
                    <a:pt x="527" y="724"/>
                    <a:pt x="687" y="724"/>
                  </a:cubicBezTo>
                  <a:cubicBezTo>
                    <a:pt x="847" y="724"/>
                    <a:pt x="1010" y="688"/>
                    <a:pt x="1136" y="615"/>
                  </a:cubicBezTo>
                  <a:cubicBezTo>
                    <a:pt x="1368" y="468"/>
                    <a:pt x="1368" y="236"/>
                    <a:pt x="1136" y="110"/>
                  </a:cubicBezTo>
                  <a:cubicBezTo>
                    <a:pt x="1010" y="37"/>
                    <a:pt x="847" y="0"/>
                    <a:pt x="687" y="0"/>
                  </a:cubicBezTo>
                  <a:close/>
                </a:path>
              </a:pathLst>
            </a:custGeom>
            <a:gradFill>
              <a:gsLst>
                <a:gs pos="0">
                  <a:srgbClr val="1501A9"/>
                </a:gs>
                <a:gs pos="100000">
                  <a:srgbClr val="17163E"/>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7"/>
            <p:cNvSpPr/>
            <p:nvPr/>
          </p:nvSpPr>
          <p:spPr>
            <a:xfrm>
              <a:off x="1090574" y="2456923"/>
              <a:ext cx="667267" cy="1137066"/>
            </a:xfrm>
            <a:custGeom>
              <a:avLst/>
              <a:gdLst/>
              <a:ahLst/>
              <a:cxnLst/>
              <a:rect l="l" t="t" r="r" b="b"/>
              <a:pathLst>
                <a:path w="5610" h="9560" extrusionOk="0">
                  <a:moveTo>
                    <a:pt x="2119" y="0"/>
                  </a:moveTo>
                  <a:lnTo>
                    <a:pt x="1" y="1216"/>
                  </a:lnTo>
                  <a:lnTo>
                    <a:pt x="1" y="7542"/>
                  </a:lnTo>
                  <a:lnTo>
                    <a:pt x="3486" y="9559"/>
                  </a:lnTo>
                  <a:lnTo>
                    <a:pt x="5610" y="8344"/>
                  </a:lnTo>
                  <a:lnTo>
                    <a:pt x="5610" y="2018"/>
                  </a:lnTo>
                  <a:lnTo>
                    <a:pt x="2119" y="0"/>
                  </a:lnTo>
                  <a:close/>
                </a:path>
              </a:pathLst>
            </a:custGeom>
            <a:gradFill>
              <a:gsLst>
                <a:gs pos="0">
                  <a:srgbClr val="4CEEFD">
                    <a:alpha val="36160"/>
                  </a:srgb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55;p15">
            <a:extLst>
              <a:ext uri="{FF2B5EF4-FFF2-40B4-BE49-F238E27FC236}">
                <a16:creationId xmlns:a16="http://schemas.microsoft.com/office/drawing/2014/main" id="{7CEAC592-DA94-21DD-AB9F-5B4045E339E2}"/>
              </a:ext>
            </a:extLst>
          </p:cNvPr>
          <p:cNvSpPr txBox="1">
            <a:spLocks/>
          </p:cNvSpPr>
          <p:nvPr/>
        </p:nvSpPr>
        <p:spPr>
          <a:xfrm>
            <a:off x="803170" y="-2008042"/>
            <a:ext cx="5941622" cy="904200"/>
          </a:xfrm>
          <a:prstGeom prst="rect">
            <a:avLst/>
          </a:prstGeom>
          <a:solidFill>
            <a:schemeClr val="accent5"/>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36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chemeClr val="dk2"/>
              </a:buClr>
              <a:buSzPts val="2800"/>
              <a:buFont typeface="Fira Sans Extra Condensed Medium"/>
              <a:buNone/>
              <a:defRPr sz="2500" b="0" i="0" u="none" strike="noStrike" cap="none">
                <a:solidFill>
                  <a:schemeClr val="dk2"/>
                </a:solidFill>
                <a:latin typeface="Roboto"/>
                <a:ea typeface="Roboto"/>
                <a:cs typeface="Roboto"/>
                <a:sym typeface="Roboto"/>
              </a:defRPr>
            </a:lvl2pPr>
            <a:lvl3pPr marR="0" lvl="2" algn="l" rtl="0">
              <a:lnSpc>
                <a:spcPct val="100000"/>
              </a:lnSpc>
              <a:spcBef>
                <a:spcPts val="0"/>
              </a:spcBef>
              <a:spcAft>
                <a:spcPts val="0"/>
              </a:spcAft>
              <a:buClr>
                <a:schemeClr val="dk2"/>
              </a:buClr>
              <a:buSzPts val="2800"/>
              <a:buFont typeface="Fira Sans Extra Condensed Medium"/>
              <a:buNone/>
              <a:defRPr sz="2500" b="0" i="0" u="none" strike="noStrike" cap="none">
                <a:solidFill>
                  <a:schemeClr val="dk2"/>
                </a:solidFill>
                <a:latin typeface="Roboto"/>
                <a:ea typeface="Roboto"/>
                <a:cs typeface="Roboto"/>
                <a:sym typeface="Roboto"/>
              </a:defRPr>
            </a:lvl3pPr>
            <a:lvl4pPr marR="0" lvl="3" algn="l" rtl="0">
              <a:lnSpc>
                <a:spcPct val="100000"/>
              </a:lnSpc>
              <a:spcBef>
                <a:spcPts val="0"/>
              </a:spcBef>
              <a:spcAft>
                <a:spcPts val="0"/>
              </a:spcAft>
              <a:buClr>
                <a:schemeClr val="dk2"/>
              </a:buClr>
              <a:buSzPts val="2800"/>
              <a:buFont typeface="Fira Sans Extra Condensed Medium"/>
              <a:buNone/>
              <a:defRPr sz="2500" b="0" i="0" u="none" strike="noStrike" cap="none">
                <a:solidFill>
                  <a:schemeClr val="dk2"/>
                </a:solidFill>
                <a:latin typeface="Roboto"/>
                <a:ea typeface="Roboto"/>
                <a:cs typeface="Roboto"/>
                <a:sym typeface="Roboto"/>
              </a:defRPr>
            </a:lvl4pPr>
            <a:lvl5pPr marR="0" lvl="4" algn="l" rtl="0">
              <a:lnSpc>
                <a:spcPct val="100000"/>
              </a:lnSpc>
              <a:spcBef>
                <a:spcPts val="0"/>
              </a:spcBef>
              <a:spcAft>
                <a:spcPts val="0"/>
              </a:spcAft>
              <a:buClr>
                <a:schemeClr val="dk2"/>
              </a:buClr>
              <a:buSzPts val="2800"/>
              <a:buFont typeface="Fira Sans Extra Condensed Medium"/>
              <a:buNone/>
              <a:defRPr sz="2500" b="0" i="0" u="none" strike="noStrike" cap="none">
                <a:solidFill>
                  <a:schemeClr val="dk2"/>
                </a:solidFill>
                <a:latin typeface="Roboto"/>
                <a:ea typeface="Roboto"/>
                <a:cs typeface="Roboto"/>
                <a:sym typeface="Roboto"/>
              </a:defRPr>
            </a:lvl5pPr>
            <a:lvl6pPr marR="0" lvl="5" algn="l" rtl="0">
              <a:lnSpc>
                <a:spcPct val="100000"/>
              </a:lnSpc>
              <a:spcBef>
                <a:spcPts val="0"/>
              </a:spcBef>
              <a:spcAft>
                <a:spcPts val="0"/>
              </a:spcAft>
              <a:buClr>
                <a:schemeClr val="dk2"/>
              </a:buClr>
              <a:buSzPts val="2800"/>
              <a:buFont typeface="Fira Sans Extra Condensed Medium"/>
              <a:buNone/>
              <a:defRPr sz="2500" b="0" i="0" u="none" strike="noStrike" cap="none">
                <a:solidFill>
                  <a:schemeClr val="dk2"/>
                </a:solidFill>
                <a:latin typeface="Roboto"/>
                <a:ea typeface="Roboto"/>
                <a:cs typeface="Roboto"/>
                <a:sym typeface="Roboto"/>
              </a:defRPr>
            </a:lvl6pPr>
            <a:lvl7pPr marR="0" lvl="6" algn="l" rtl="0">
              <a:lnSpc>
                <a:spcPct val="100000"/>
              </a:lnSpc>
              <a:spcBef>
                <a:spcPts val="0"/>
              </a:spcBef>
              <a:spcAft>
                <a:spcPts val="0"/>
              </a:spcAft>
              <a:buClr>
                <a:schemeClr val="dk2"/>
              </a:buClr>
              <a:buSzPts val="2800"/>
              <a:buFont typeface="Fira Sans Extra Condensed Medium"/>
              <a:buNone/>
              <a:defRPr sz="2500" b="0" i="0" u="none" strike="noStrike" cap="none">
                <a:solidFill>
                  <a:schemeClr val="dk2"/>
                </a:solidFill>
                <a:latin typeface="Roboto"/>
                <a:ea typeface="Roboto"/>
                <a:cs typeface="Roboto"/>
                <a:sym typeface="Roboto"/>
              </a:defRPr>
            </a:lvl7pPr>
            <a:lvl8pPr marR="0" lvl="7" algn="l" rtl="0">
              <a:lnSpc>
                <a:spcPct val="100000"/>
              </a:lnSpc>
              <a:spcBef>
                <a:spcPts val="0"/>
              </a:spcBef>
              <a:spcAft>
                <a:spcPts val="0"/>
              </a:spcAft>
              <a:buClr>
                <a:schemeClr val="dk2"/>
              </a:buClr>
              <a:buSzPts val="2800"/>
              <a:buFont typeface="Fira Sans Extra Condensed Medium"/>
              <a:buNone/>
              <a:defRPr sz="2500" b="0" i="0" u="none" strike="noStrike" cap="none">
                <a:solidFill>
                  <a:schemeClr val="dk2"/>
                </a:solidFill>
                <a:latin typeface="Roboto"/>
                <a:ea typeface="Roboto"/>
                <a:cs typeface="Roboto"/>
                <a:sym typeface="Roboto"/>
              </a:defRPr>
            </a:lvl8pPr>
            <a:lvl9pPr marR="0" lvl="8" algn="l" rtl="0">
              <a:lnSpc>
                <a:spcPct val="100000"/>
              </a:lnSpc>
              <a:spcBef>
                <a:spcPts val="0"/>
              </a:spcBef>
              <a:spcAft>
                <a:spcPts val="0"/>
              </a:spcAft>
              <a:buClr>
                <a:schemeClr val="dk2"/>
              </a:buClr>
              <a:buSzPts val="2800"/>
              <a:buFont typeface="Fira Sans Extra Condensed Medium"/>
              <a:buNone/>
              <a:defRPr sz="2500" b="0" i="0" u="none" strike="noStrike" cap="none">
                <a:solidFill>
                  <a:schemeClr val="dk2"/>
                </a:solidFill>
                <a:latin typeface="Roboto"/>
                <a:ea typeface="Roboto"/>
                <a:cs typeface="Roboto"/>
                <a:sym typeface="Roboto"/>
              </a:defRPr>
            </a:lvl9pPr>
          </a:lstStyle>
          <a:p>
            <a:pPr algn="ctr"/>
            <a:r>
              <a:rPr lang="vi-VN">
                <a:solidFill>
                  <a:schemeClr val="accent1"/>
                </a:solidFill>
              </a:rPr>
              <a:t>ẢNH HƯỞNG CỦA COVID-19 TỚI VIỆC HỌC TRỰC TUYẾN</a:t>
            </a:r>
            <a:endParaRPr lang="vi-VN" dirty="0">
              <a:solidFill>
                <a:schemeClr val="accent1"/>
              </a:solidFill>
            </a:endParaRPr>
          </a:p>
        </p:txBody>
      </p:sp>
      <p:sp>
        <p:nvSpPr>
          <p:cNvPr id="5" name="Google Shape;56;p15">
            <a:extLst>
              <a:ext uri="{FF2B5EF4-FFF2-40B4-BE49-F238E27FC236}">
                <a16:creationId xmlns:a16="http://schemas.microsoft.com/office/drawing/2014/main" id="{95EE0498-9097-9205-2C4D-ACAC9A295112}"/>
              </a:ext>
            </a:extLst>
          </p:cNvPr>
          <p:cNvSpPr txBox="1">
            <a:spLocks noGrp="1"/>
          </p:cNvSpPr>
          <p:nvPr>
            <p:ph type="subTitle" idx="1"/>
          </p:nvPr>
        </p:nvSpPr>
        <p:spPr>
          <a:xfrm>
            <a:off x="-7947921" y="1909115"/>
            <a:ext cx="5694000" cy="37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sz="1700" dirty="0">
                <a:solidFill>
                  <a:schemeClr val="accent1"/>
                </a:solidFill>
              </a:rPr>
              <a:t>NHÓM: BÚN ĐẬU</a:t>
            </a:r>
            <a:endParaRPr sz="1700" dirty="0">
              <a:solidFill>
                <a:schemeClr val="accent1"/>
              </a:solidFill>
            </a:endParaRPr>
          </a:p>
        </p:txBody>
      </p:sp>
      <p:grpSp>
        <p:nvGrpSpPr>
          <p:cNvPr id="6" name="Google Shape;57;p15">
            <a:extLst>
              <a:ext uri="{FF2B5EF4-FFF2-40B4-BE49-F238E27FC236}">
                <a16:creationId xmlns:a16="http://schemas.microsoft.com/office/drawing/2014/main" id="{B31D0D00-353D-2720-7F7D-5C74DB45EDA5}"/>
              </a:ext>
            </a:extLst>
          </p:cNvPr>
          <p:cNvGrpSpPr/>
          <p:nvPr/>
        </p:nvGrpSpPr>
        <p:grpSpPr>
          <a:xfrm>
            <a:off x="10131755" y="-3786428"/>
            <a:ext cx="10787812" cy="3283202"/>
            <a:chOff x="711150" y="1559663"/>
            <a:chExt cx="7721575" cy="2350013"/>
          </a:xfrm>
        </p:grpSpPr>
        <p:sp>
          <p:nvSpPr>
            <p:cNvPr id="7" name="Google Shape;58;p15">
              <a:extLst>
                <a:ext uri="{FF2B5EF4-FFF2-40B4-BE49-F238E27FC236}">
                  <a16:creationId xmlns:a16="http://schemas.microsoft.com/office/drawing/2014/main" id="{5FCEB4DC-686D-96F9-31FA-9C8F2E2D28E4}"/>
                </a:ext>
              </a:extLst>
            </p:cNvPr>
            <p:cNvSpPr/>
            <p:nvPr/>
          </p:nvSpPr>
          <p:spPr>
            <a:xfrm>
              <a:off x="711150" y="1595125"/>
              <a:ext cx="7721575" cy="2314550"/>
            </a:xfrm>
            <a:custGeom>
              <a:avLst/>
              <a:gdLst/>
              <a:ahLst/>
              <a:cxnLst/>
              <a:rect l="l" t="t" r="r" b="b"/>
              <a:pathLst>
                <a:path w="308863" h="92582" extrusionOk="0">
                  <a:moveTo>
                    <a:pt x="0" y="92445"/>
                  </a:moveTo>
                  <a:lnTo>
                    <a:pt x="24529" y="34740"/>
                  </a:lnTo>
                  <a:lnTo>
                    <a:pt x="73382" y="80857"/>
                  </a:lnTo>
                  <a:lnTo>
                    <a:pt x="97740" y="23146"/>
                  </a:lnTo>
                  <a:lnTo>
                    <a:pt x="122133" y="46302"/>
                  </a:lnTo>
                  <a:lnTo>
                    <a:pt x="146543" y="0"/>
                  </a:lnTo>
                  <a:lnTo>
                    <a:pt x="195411" y="69356"/>
                  </a:lnTo>
                  <a:lnTo>
                    <a:pt x="219734" y="57794"/>
                  </a:lnTo>
                  <a:lnTo>
                    <a:pt x="244161" y="80952"/>
                  </a:lnTo>
                  <a:lnTo>
                    <a:pt x="268621" y="11652"/>
                  </a:lnTo>
                  <a:lnTo>
                    <a:pt x="293020" y="44"/>
                  </a:lnTo>
                  <a:lnTo>
                    <a:pt x="308863" y="92582"/>
                  </a:lnTo>
                </a:path>
              </a:pathLst>
            </a:custGeom>
            <a:noFill/>
            <a:ln w="19050" cap="flat" cmpd="sng">
              <a:solidFill>
                <a:schemeClr val="accent1"/>
              </a:solidFill>
              <a:prstDash val="solid"/>
              <a:round/>
              <a:headEnd type="none" w="med" len="med"/>
              <a:tailEnd type="none" w="med" len="med"/>
            </a:ln>
          </p:spPr>
          <p:txBody>
            <a:bodyPr/>
            <a:lstStyle/>
            <a:p>
              <a:endParaRPr lang="en-US"/>
            </a:p>
          </p:txBody>
        </p:sp>
        <p:sp>
          <p:nvSpPr>
            <p:cNvPr id="8" name="Google Shape;59;p15">
              <a:extLst>
                <a:ext uri="{FF2B5EF4-FFF2-40B4-BE49-F238E27FC236}">
                  <a16:creationId xmlns:a16="http://schemas.microsoft.com/office/drawing/2014/main" id="{D0A3214C-33D6-1A33-C02E-13D99FCA4361}"/>
                </a:ext>
              </a:extLst>
            </p:cNvPr>
            <p:cNvSpPr/>
            <p:nvPr/>
          </p:nvSpPr>
          <p:spPr>
            <a:xfrm>
              <a:off x="1287538" y="2426363"/>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0;p15">
              <a:extLst>
                <a:ext uri="{FF2B5EF4-FFF2-40B4-BE49-F238E27FC236}">
                  <a16:creationId xmlns:a16="http://schemas.microsoft.com/office/drawing/2014/main" id="{663C13AA-1838-226B-241D-8A1517CF5DED}"/>
                </a:ext>
              </a:extLst>
            </p:cNvPr>
            <p:cNvSpPr/>
            <p:nvPr/>
          </p:nvSpPr>
          <p:spPr>
            <a:xfrm>
              <a:off x="1897863" y="3003575"/>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1;p15">
              <a:extLst>
                <a:ext uri="{FF2B5EF4-FFF2-40B4-BE49-F238E27FC236}">
                  <a16:creationId xmlns:a16="http://schemas.microsoft.com/office/drawing/2014/main" id="{E6D13EE3-737C-F43E-7773-CC30B1FFD824}"/>
                </a:ext>
              </a:extLst>
            </p:cNvPr>
            <p:cNvSpPr/>
            <p:nvPr/>
          </p:nvSpPr>
          <p:spPr>
            <a:xfrm>
              <a:off x="2508163" y="358078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2;p15">
              <a:extLst>
                <a:ext uri="{FF2B5EF4-FFF2-40B4-BE49-F238E27FC236}">
                  <a16:creationId xmlns:a16="http://schemas.microsoft.com/office/drawing/2014/main" id="{9C87F95E-1AA5-B7A7-8742-91D6CC365269}"/>
                </a:ext>
              </a:extLst>
            </p:cNvPr>
            <p:cNvSpPr/>
            <p:nvPr/>
          </p:nvSpPr>
          <p:spPr>
            <a:xfrm>
              <a:off x="3118475" y="21377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3;p15">
              <a:extLst>
                <a:ext uri="{FF2B5EF4-FFF2-40B4-BE49-F238E27FC236}">
                  <a16:creationId xmlns:a16="http://schemas.microsoft.com/office/drawing/2014/main" id="{E9FEA4E9-CE4D-C47C-4205-485EAECC68CA}"/>
                </a:ext>
              </a:extLst>
            </p:cNvPr>
            <p:cNvSpPr/>
            <p:nvPr/>
          </p:nvSpPr>
          <p:spPr>
            <a:xfrm>
              <a:off x="3728788" y="2714950"/>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4;p15">
              <a:extLst>
                <a:ext uri="{FF2B5EF4-FFF2-40B4-BE49-F238E27FC236}">
                  <a16:creationId xmlns:a16="http://schemas.microsoft.com/office/drawing/2014/main" id="{8C097A25-A10E-0BC0-1357-C0509B1F4EC4}"/>
                </a:ext>
              </a:extLst>
            </p:cNvPr>
            <p:cNvSpPr/>
            <p:nvPr/>
          </p:nvSpPr>
          <p:spPr>
            <a:xfrm>
              <a:off x="4339088" y="15599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5;p15">
              <a:extLst>
                <a:ext uri="{FF2B5EF4-FFF2-40B4-BE49-F238E27FC236}">
                  <a16:creationId xmlns:a16="http://schemas.microsoft.com/office/drawing/2014/main" id="{33A67FF4-7D68-B6E1-3F23-DB74EE2DB576}"/>
                </a:ext>
              </a:extLst>
            </p:cNvPr>
            <p:cNvSpPr/>
            <p:nvPr/>
          </p:nvSpPr>
          <p:spPr>
            <a:xfrm>
              <a:off x="4949400" y="2426363"/>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6;p15">
              <a:extLst>
                <a:ext uri="{FF2B5EF4-FFF2-40B4-BE49-F238E27FC236}">
                  <a16:creationId xmlns:a16="http://schemas.microsoft.com/office/drawing/2014/main" id="{B6887E8A-6C22-07BF-6D42-D0AD6F12932B}"/>
                </a:ext>
              </a:extLst>
            </p:cNvPr>
            <p:cNvSpPr/>
            <p:nvPr/>
          </p:nvSpPr>
          <p:spPr>
            <a:xfrm>
              <a:off x="5559713" y="3292175"/>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7;p15">
              <a:extLst>
                <a:ext uri="{FF2B5EF4-FFF2-40B4-BE49-F238E27FC236}">
                  <a16:creationId xmlns:a16="http://schemas.microsoft.com/office/drawing/2014/main" id="{08591B7B-6B2A-255F-58D0-3193CA47CBD5}"/>
                </a:ext>
              </a:extLst>
            </p:cNvPr>
            <p:cNvSpPr/>
            <p:nvPr/>
          </p:nvSpPr>
          <p:spPr>
            <a:xfrm>
              <a:off x="6170025" y="30069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8;p15">
              <a:extLst>
                <a:ext uri="{FF2B5EF4-FFF2-40B4-BE49-F238E27FC236}">
                  <a16:creationId xmlns:a16="http://schemas.microsoft.com/office/drawing/2014/main" id="{5D6E3316-4A3D-C409-F5E1-212AF905C3E8}"/>
                </a:ext>
              </a:extLst>
            </p:cNvPr>
            <p:cNvSpPr/>
            <p:nvPr/>
          </p:nvSpPr>
          <p:spPr>
            <a:xfrm>
              <a:off x="6780338" y="3580775"/>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9;p15">
              <a:extLst>
                <a:ext uri="{FF2B5EF4-FFF2-40B4-BE49-F238E27FC236}">
                  <a16:creationId xmlns:a16="http://schemas.microsoft.com/office/drawing/2014/main" id="{6295318B-DE85-1E86-1DB9-F312036BCF5F}"/>
                </a:ext>
              </a:extLst>
            </p:cNvPr>
            <p:cNvSpPr/>
            <p:nvPr/>
          </p:nvSpPr>
          <p:spPr>
            <a:xfrm>
              <a:off x="7390650" y="1849138"/>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0;p15">
              <a:extLst>
                <a:ext uri="{FF2B5EF4-FFF2-40B4-BE49-F238E27FC236}">
                  <a16:creationId xmlns:a16="http://schemas.microsoft.com/office/drawing/2014/main" id="{5DCB17CD-547D-C57F-C9AF-165B7FCFAD34}"/>
                </a:ext>
              </a:extLst>
            </p:cNvPr>
            <p:cNvSpPr/>
            <p:nvPr/>
          </p:nvSpPr>
          <p:spPr>
            <a:xfrm>
              <a:off x="8006675" y="1559663"/>
              <a:ext cx="71400" cy="7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71;p15">
            <a:extLst>
              <a:ext uri="{FF2B5EF4-FFF2-40B4-BE49-F238E27FC236}">
                <a16:creationId xmlns:a16="http://schemas.microsoft.com/office/drawing/2014/main" id="{6A103028-8F21-D4D7-EF43-EAC1CFDC6B3C}"/>
              </a:ext>
            </a:extLst>
          </p:cNvPr>
          <p:cNvGrpSpPr/>
          <p:nvPr/>
        </p:nvGrpSpPr>
        <p:grpSpPr>
          <a:xfrm>
            <a:off x="-11023402" y="6617984"/>
            <a:ext cx="10790078" cy="2519041"/>
            <a:chOff x="710288" y="2137750"/>
            <a:chExt cx="7723197" cy="1803050"/>
          </a:xfrm>
        </p:grpSpPr>
        <p:sp>
          <p:nvSpPr>
            <p:cNvPr id="21" name="Google Shape;72;p15">
              <a:extLst>
                <a:ext uri="{FF2B5EF4-FFF2-40B4-BE49-F238E27FC236}">
                  <a16:creationId xmlns:a16="http://schemas.microsoft.com/office/drawing/2014/main" id="{6DD4CAB3-B973-63BC-C394-84CC99D09E55}"/>
                </a:ext>
              </a:extLst>
            </p:cNvPr>
            <p:cNvSpPr/>
            <p:nvPr/>
          </p:nvSpPr>
          <p:spPr>
            <a:xfrm>
              <a:off x="710288" y="2172905"/>
              <a:ext cx="7723197" cy="1739465"/>
            </a:xfrm>
            <a:custGeom>
              <a:avLst/>
              <a:gdLst/>
              <a:ahLst/>
              <a:cxnLst/>
              <a:rect l="l" t="t" r="r" b="b"/>
              <a:pathLst>
                <a:path w="214429" h="48295" extrusionOk="0">
                  <a:moveTo>
                    <a:pt x="0" y="48101"/>
                  </a:moveTo>
                  <a:lnTo>
                    <a:pt x="17026" y="32099"/>
                  </a:lnTo>
                  <a:lnTo>
                    <a:pt x="33957" y="40100"/>
                  </a:lnTo>
                  <a:lnTo>
                    <a:pt x="50912" y="8072"/>
                  </a:lnTo>
                  <a:lnTo>
                    <a:pt x="67890" y="48077"/>
                  </a:lnTo>
                  <a:lnTo>
                    <a:pt x="84797" y="24003"/>
                  </a:lnTo>
                  <a:lnTo>
                    <a:pt x="101751" y="32099"/>
                  </a:lnTo>
                  <a:lnTo>
                    <a:pt x="118658" y="24122"/>
                  </a:lnTo>
                  <a:lnTo>
                    <a:pt x="135613" y="8025"/>
                  </a:lnTo>
                  <a:lnTo>
                    <a:pt x="152591" y="0"/>
                  </a:lnTo>
                  <a:lnTo>
                    <a:pt x="169522" y="24098"/>
                  </a:lnTo>
                  <a:lnTo>
                    <a:pt x="186500" y="32194"/>
                  </a:lnTo>
                  <a:lnTo>
                    <a:pt x="203611" y="16042"/>
                  </a:lnTo>
                  <a:lnTo>
                    <a:pt x="214429" y="48295"/>
                  </a:lnTo>
                </a:path>
              </a:pathLst>
            </a:custGeom>
            <a:noFill/>
            <a:ln w="19050" cap="flat" cmpd="sng">
              <a:solidFill>
                <a:schemeClr val="accent3"/>
              </a:solidFill>
              <a:prstDash val="solid"/>
              <a:round/>
              <a:headEnd type="none" w="med" len="med"/>
              <a:tailEnd type="none" w="med" len="med"/>
            </a:ln>
          </p:spPr>
          <p:txBody>
            <a:bodyPr/>
            <a:lstStyle/>
            <a:p>
              <a:endParaRPr lang="en-US"/>
            </a:p>
          </p:txBody>
        </p:sp>
        <p:sp>
          <p:nvSpPr>
            <p:cNvPr id="22" name="Google Shape;73;p15">
              <a:extLst>
                <a:ext uri="{FF2B5EF4-FFF2-40B4-BE49-F238E27FC236}">
                  <a16:creationId xmlns:a16="http://schemas.microsoft.com/office/drawing/2014/main" id="{C2B017ED-C919-7E62-5D4C-0E2E1899E632}"/>
                </a:ext>
              </a:extLst>
            </p:cNvPr>
            <p:cNvSpPr/>
            <p:nvPr/>
          </p:nvSpPr>
          <p:spPr>
            <a:xfrm>
              <a:off x="8000975" y="2718588"/>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4;p15">
              <a:extLst>
                <a:ext uri="{FF2B5EF4-FFF2-40B4-BE49-F238E27FC236}">
                  <a16:creationId xmlns:a16="http://schemas.microsoft.com/office/drawing/2014/main" id="{EE7C9AA7-6886-E589-56B6-78B0CAFE6E5C}"/>
                </a:ext>
              </a:extLst>
            </p:cNvPr>
            <p:cNvSpPr/>
            <p:nvPr/>
          </p:nvSpPr>
          <p:spPr>
            <a:xfrm>
              <a:off x="7390663" y="32921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5;p15">
              <a:extLst>
                <a:ext uri="{FF2B5EF4-FFF2-40B4-BE49-F238E27FC236}">
                  <a16:creationId xmlns:a16="http://schemas.microsoft.com/office/drawing/2014/main" id="{28424AE8-9151-05AC-CB65-4C5C1FEF6A36}"/>
                </a:ext>
              </a:extLst>
            </p:cNvPr>
            <p:cNvSpPr/>
            <p:nvPr/>
          </p:nvSpPr>
          <p:spPr>
            <a:xfrm>
              <a:off x="6780325" y="30035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6;p15">
              <a:extLst>
                <a:ext uri="{FF2B5EF4-FFF2-40B4-BE49-F238E27FC236}">
                  <a16:creationId xmlns:a16="http://schemas.microsoft.com/office/drawing/2014/main" id="{F957EF2C-F920-47E0-94EA-5D22DAC0B47E}"/>
                </a:ext>
              </a:extLst>
            </p:cNvPr>
            <p:cNvSpPr/>
            <p:nvPr/>
          </p:nvSpPr>
          <p:spPr>
            <a:xfrm>
              <a:off x="6170038" y="2137750"/>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7;p15">
              <a:extLst>
                <a:ext uri="{FF2B5EF4-FFF2-40B4-BE49-F238E27FC236}">
                  <a16:creationId xmlns:a16="http://schemas.microsoft.com/office/drawing/2014/main" id="{741A7FAB-7D64-8F2E-4686-F55CD2FD65EA}"/>
                </a:ext>
              </a:extLst>
            </p:cNvPr>
            <p:cNvSpPr/>
            <p:nvPr/>
          </p:nvSpPr>
          <p:spPr>
            <a:xfrm>
              <a:off x="5559700" y="2426363"/>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8;p15">
              <a:extLst>
                <a:ext uri="{FF2B5EF4-FFF2-40B4-BE49-F238E27FC236}">
                  <a16:creationId xmlns:a16="http://schemas.microsoft.com/office/drawing/2014/main" id="{AA866BA9-7A90-08B9-2491-AA48105EFECF}"/>
                </a:ext>
              </a:extLst>
            </p:cNvPr>
            <p:cNvSpPr/>
            <p:nvPr/>
          </p:nvSpPr>
          <p:spPr>
            <a:xfrm>
              <a:off x="4949413" y="3006938"/>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9;p15">
              <a:extLst>
                <a:ext uri="{FF2B5EF4-FFF2-40B4-BE49-F238E27FC236}">
                  <a16:creationId xmlns:a16="http://schemas.microsoft.com/office/drawing/2014/main" id="{D3DB5EA8-35D3-BE2B-077E-6C0F7844EF7A}"/>
                </a:ext>
              </a:extLst>
            </p:cNvPr>
            <p:cNvSpPr/>
            <p:nvPr/>
          </p:nvSpPr>
          <p:spPr>
            <a:xfrm>
              <a:off x="4339088" y="32921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80;p15">
              <a:extLst>
                <a:ext uri="{FF2B5EF4-FFF2-40B4-BE49-F238E27FC236}">
                  <a16:creationId xmlns:a16="http://schemas.microsoft.com/office/drawing/2014/main" id="{EB178C57-B938-DDF0-1B7D-F0E5B7AF298A}"/>
                </a:ext>
              </a:extLst>
            </p:cNvPr>
            <p:cNvSpPr/>
            <p:nvPr/>
          </p:nvSpPr>
          <p:spPr>
            <a:xfrm>
              <a:off x="3728775" y="30035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1;p15">
              <a:extLst>
                <a:ext uri="{FF2B5EF4-FFF2-40B4-BE49-F238E27FC236}">
                  <a16:creationId xmlns:a16="http://schemas.microsoft.com/office/drawing/2014/main" id="{25DD640A-6868-51BE-B863-8F2469DCC720}"/>
                </a:ext>
              </a:extLst>
            </p:cNvPr>
            <p:cNvSpPr/>
            <p:nvPr/>
          </p:nvSpPr>
          <p:spPr>
            <a:xfrm>
              <a:off x="3118475" y="3869400"/>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82;p15">
              <a:extLst>
                <a:ext uri="{FF2B5EF4-FFF2-40B4-BE49-F238E27FC236}">
                  <a16:creationId xmlns:a16="http://schemas.microsoft.com/office/drawing/2014/main" id="{9F2D1DB3-E547-17B6-4801-CCE4A7DA03A0}"/>
                </a:ext>
              </a:extLst>
            </p:cNvPr>
            <p:cNvSpPr/>
            <p:nvPr/>
          </p:nvSpPr>
          <p:spPr>
            <a:xfrm>
              <a:off x="2508163" y="2426363"/>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83;p15">
              <a:extLst>
                <a:ext uri="{FF2B5EF4-FFF2-40B4-BE49-F238E27FC236}">
                  <a16:creationId xmlns:a16="http://schemas.microsoft.com/office/drawing/2014/main" id="{C3BDF0E0-0BCD-9367-ACDB-5F9DA09197F2}"/>
                </a:ext>
              </a:extLst>
            </p:cNvPr>
            <p:cNvSpPr/>
            <p:nvPr/>
          </p:nvSpPr>
          <p:spPr>
            <a:xfrm>
              <a:off x="1897850" y="3580775"/>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84;p15">
              <a:extLst>
                <a:ext uri="{FF2B5EF4-FFF2-40B4-BE49-F238E27FC236}">
                  <a16:creationId xmlns:a16="http://schemas.microsoft.com/office/drawing/2014/main" id="{D918C591-E7D8-BBDB-E784-1F549767A000}"/>
                </a:ext>
              </a:extLst>
            </p:cNvPr>
            <p:cNvSpPr/>
            <p:nvPr/>
          </p:nvSpPr>
          <p:spPr>
            <a:xfrm>
              <a:off x="1287538" y="3292188"/>
              <a:ext cx="71400" cy="714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5" name="Google Shape;113;p16">
            <a:extLst>
              <a:ext uri="{FF2B5EF4-FFF2-40B4-BE49-F238E27FC236}">
                <a16:creationId xmlns:a16="http://schemas.microsoft.com/office/drawing/2014/main" id="{0FA543BA-AA34-E57C-607C-CF453768154A}"/>
              </a:ext>
            </a:extLst>
          </p:cNvPr>
          <p:cNvSpPr/>
          <p:nvPr/>
        </p:nvSpPr>
        <p:spPr>
          <a:xfrm rot="5400000">
            <a:off x="2865128" y="-922382"/>
            <a:ext cx="817608" cy="6554055"/>
          </a:xfrm>
          <a:prstGeom prst="round2SameRect">
            <a:avLst>
              <a:gd name="adj1" fmla="val 50000"/>
              <a:gd name="adj2" fmla="val 0"/>
            </a:avLst>
          </a:prstGeom>
          <a:solidFill>
            <a:srgbClr val="1679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solidFill>
                <a:schemeClr val="bg1"/>
              </a:solidFill>
              <a:latin typeface="Fira Sans Extra Condensed Medium"/>
              <a:ea typeface="Fira Sans Extra Condensed Medium"/>
              <a:cs typeface="Fira Sans Extra Condensed Medium"/>
              <a:sym typeface="Fira Sans Extra Condensed Medium"/>
            </a:endParaRPr>
          </a:p>
        </p:txBody>
      </p:sp>
      <p:sp>
        <p:nvSpPr>
          <p:cNvPr id="2" name="Google Shape;113;p16">
            <a:extLst>
              <a:ext uri="{FF2B5EF4-FFF2-40B4-BE49-F238E27FC236}">
                <a16:creationId xmlns:a16="http://schemas.microsoft.com/office/drawing/2014/main" id="{6D6A2EF8-B3EB-4700-3F34-D54627630FC1}"/>
              </a:ext>
            </a:extLst>
          </p:cNvPr>
          <p:cNvSpPr/>
          <p:nvPr/>
        </p:nvSpPr>
        <p:spPr>
          <a:xfrm rot="5400000">
            <a:off x="2272290" y="-1138795"/>
            <a:ext cx="819904" cy="5364482"/>
          </a:xfrm>
          <a:prstGeom prst="round2SameRect">
            <a:avLst>
              <a:gd name="adj1" fmla="val 50000"/>
              <a:gd name="adj2" fmla="val 0"/>
            </a:avLst>
          </a:prstGeom>
          <a:solidFill>
            <a:srgbClr val="0741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solidFill>
                <a:schemeClr val="bg1"/>
              </a:solidFill>
              <a:latin typeface="Fira Sans Extra Condensed Medium"/>
              <a:ea typeface="Fira Sans Extra Condensed Medium"/>
              <a:cs typeface="Fira Sans Extra Condensed Medium"/>
              <a:sym typeface="Fira Sans Extra Condensed Medium"/>
            </a:endParaRPr>
          </a:p>
        </p:txBody>
      </p:sp>
      <p:sp>
        <p:nvSpPr>
          <p:cNvPr id="89" name="Google Shape;89;p16"/>
          <p:cNvSpPr txBox="1">
            <a:spLocks noGrp="1"/>
          </p:cNvSpPr>
          <p:nvPr>
            <p:ph type="title"/>
          </p:nvPr>
        </p:nvSpPr>
        <p:spPr>
          <a:xfrm>
            <a:off x="483675" y="415425"/>
            <a:ext cx="8203200"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solidFill>
                  <a:srgbClr val="000000"/>
                </a:solidFill>
              </a:rPr>
              <a:t>NỘI DUNG CHÍNH</a:t>
            </a:r>
            <a:endParaRPr dirty="0">
              <a:solidFill>
                <a:srgbClr val="000000"/>
              </a:solidFill>
            </a:endParaRPr>
          </a:p>
        </p:txBody>
      </p:sp>
      <p:grpSp>
        <p:nvGrpSpPr>
          <p:cNvPr id="112" name="Google Shape;112;p16"/>
          <p:cNvGrpSpPr/>
          <p:nvPr/>
        </p:nvGrpSpPr>
        <p:grpSpPr>
          <a:xfrm rot="5400000">
            <a:off x="3273075" y="-1988164"/>
            <a:ext cx="2251972" cy="8798120"/>
            <a:chOff x="6093375" y="156058"/>
            <a:chExt cx="1085767" cy="3530460"/>
          </a:xfrm>
        </p:grpSpPr>
        <p:sp>
          <p:nvSpPr>
            <p:cNvPr id="114" name="Google Shape;114;p16"/>
            <p:cNvSpPr/>
            <p:nvPr/>
          </p:nvSpPr>
          <p:spPr>
            <a:xfrm>
              <a:off x="6781468" y="503441"/>
              <a:ext cx="394203" cy="3183077"/>
            </a:xfrm>
            <a:prstGeom prst="round2SameRect">
              <a:avLst>
                <a:gd name="adj1" fmla="val 50000"/>
                <a:gd name="adj2" fmla="val 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700">
                <a:latin typeface="Fira Sans Extra Condensed Medium"/>
                <a:ea typeface="Fira Sans Extra Condensed Medium"/>
                <a:cs typeface="Fira Sans Extra Condensed Medium"/>
                <a:sym typeface="Fira Sans Extra Condensed Medium"/>
              </a:endParaRPr>
            </a:p>
          </p:txBody>
        </p:sp>
        <p:sp>
          <p:nvSpPr>
            <p:cNvPr id="116" name="Google Shape;116;p16"/>
            <p:cNvSpPr txBox="1"/>
            <p:nvPr/>
          </p:nvSpPr>
          <p:spPr>
            <a:xfrm rot="16200000">
              <a:off x="5452287" y="2345886"/>
              <a:ext cx="2293336" cy="2493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r>
                <a:rPr lang="vi-VN" sz="1700" dirty="0">
                  <a:solidFill>
                    <a:srgbClr val="FFFFFF"/>
                  </a:solidFill>
                  <a:latin typeface="Fira Sans Extra Condensed Medium"/>
                  <a:ea typeface="Fira Sans Extra Condensed Medium"/>
                  <a:cs typeface="Fira Sans Extra Condensed Medium"/>
                  <a:sym typeface="Fira Sans Extra Condensed Medium"/>
                </a:rPr>
                <a:t>Sự tương tác của sinh viên với các loại công nghệ giáo dục </a:t>
              </a:r>
              <a:endParaRPr sz="1700" dirty="0">
                <a:solidFill>
                  <a:srgbClr val="FFFFFF"/>
                </a:solidFill>
                <a:latin typeface="Fira Sans Extra Condensed Medium"/>
                <a:ea typeface="Fira Sans Extra Condensed Medium"/>
                <a:cs typeface="Fira Sans Extra Condensed Medium"/>
                <a:sym typeface="Fira Sans Extra Condensed Medium"/>
              </a:endParaRPr>
            </a:p>
          </p:txBody>
        </p:sp>
        <p:sp>
          <p:nvSpPr>
            <p:cNvPr id="117" name="Google Shape;117;p16"/>
            <p:cNvSpPr txBox="1"/>
            <p:nvPr/>
          </p:nvSpPr>
          <p:spPr>
            <a:xfrm rot="16200000">
              <a:off x="4939655" y="2214184"/>
              <a:ext cx="2556740" cy="24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700" dirty="0">
                  <a:solidFill>
                    <a:srgbClr val="FFFFFF"/>
                  </a:solidFill>
                  <a:latin typeface="Fira Sans Extra Condensed Medium"/>
                  <a:ea typeface="Fira Sans Extra Condensed Medium"/>
                  <a:cs typeface="Fira Sans Extra Condensed Medium"/>
                  <a:sym typeface="Fira Sans Extra Condensed Medium"/>
                </a:rPr>
                <a:t>Bức tranh về kết nối và tương tác kỹ thuật số trong năm 2020 </a:t>
              </a:r>
              <a:endParaRPr lang="en" sz="1700" dirty="0">
                <a:solidFill>
                  <a:srgbClr val="FFFFFF"/>
                </a:solidFill>
                <a:latin typeface="Fira Sans Extra Condensed Medium"/>
                <a:ea typeface="Fira Sans Extra Condensed Medium"/>
                <a:cs typeface="Fira Sans Extra Condensed Medium"/>
                <a:sym typeface="Fira Sans Extra Condensed Medium"/>
              </a:endParaRPr>
            </a:p>
          </p:txBody>
        </p:sp>
        <p:sp>
          <p:nvSpPr>
            <p:cNvPr id="118" name="Google Shape;118;p16"/>
            <p:cNvSpPr txBox="1"/>
            <p:nvPr/>
          </p:nvSpPr>
          <p:spPr>
            <a:xfrm rot="16200000">
              <a:off x="5323919" y="1761981"/>
              <a:ext cx="3461145" cy="249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700" dirty="0">
                  <a:solidFill>
                    <a:srgbClr val="FFFFFF"/>
                  </a:solidFill>
                  <a:latin typeface="Fira Sans Extra Condensed Medium"/>
                  <a:ea typeface="Fira Sans Extra Condensed Medium"/>
                  <a:cs typeface="Fira Sans Extra Condensed Medium"/>
                  <a:sym typeface="Fira Sans Extra Condensed Medium"/>
                </a:rPr>
                <a:t>Đại dịch COVID-19 có ảnh hưởng đến việc học trực tuyến và từ xa</a:t>
              </a:r>
            </a:p>
            <a:p>
              <a:pPr marL="0" lvl="0" indent="0" algn="l" rtl="0">
                <a:spcBef>
                  <a:spcPts val="0"/>
                </a:spcBef>
                <a:spcAft>
                  <a:spcPts val="0"/>
                </a:spcAft>
                <a:buNone/>
              </a:pPr>
              <a:endParaRPr lang="vi-VN" sz="1700" dirty="0">
                <a:solidFill>
                  <a:srgbClr val="FFFFFF"/>
                </a:solidFill>
                <a:latin typeface="Fira Sans Extra Condensed Medium"/>
                <a:ea typeface="Fira Sans Extra Condensed Medium"/>
                <a:cs typeface="Fira Sans Extra Condensed Medium"/>
                <a:sym typeface="Fira Sans Extra Condensed Medium"/>
              </a:endParaRPr>
            </a:p>
          </p:txBody>
        </p:sp>
      </p:grpSp>
      <p:sp>
        <p:nvSpPr>
          <p:cNvPr id="16" name="Google Shape;471;p37">
            <a:extLst>
              <a:ext uri="{FF2B5EF4-FFF2-40B4-BE49-F238E27FC236}">
                <a16:creationId xmlns:a16="http://schemas.microsoft.com/office/drawing/2014/main" id="{6D9F9D99-AE2E-9C44-BB24-C58963C2EA40}"/>
              </a:ext>
            </a:extLst>
          </p:cNvPr>
          <p:cNvSpPr txBox="1">
            <a:spLocks/>
          </p:cNvSpPr>
          <p:nvPr/>
        </p:nvSpPr>
        <p:spPr>
          <a:xfrm>
            <a:off x="623714" y="-2184908"/>
            <a:ext cx="3929700" cy="4776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r>
              <a:rPr lang="vi-VN" dirty="0"/>
              <a:t>DANH SÁCH THÀNH VIÊN</a:t>
            </a:r>
          </a:p>
        </p:txBody>
      </p:sp>
      <p:sp>
        <p:nvSpPr>
          <p:cNvPr id="17" name="Google Shape;473;p37">
            <a:extLst>
              <a:ext uri="{FF2B5EF4-FFF2-40B4-BE49-F238E27FC236}">
                <a16:creationId xmlns:a16="http://schemas.microsoft.com/office/drawing/2014/main" id="{DACE54AB-7941-B899-D59A-9F76A457A729}"/>
              </a:ext>
            </a:extLst>
          </p:cNvPr>
          <p:cNvSpPr txBox="1">
            <a:spLocks/>
          </p:cNvSpPr>
          <p:nvPr/>
        </p:nvSpPr>
        <p:spPr>
          <a:xfrm>
            <a:off x="13903140" y="3343698"/>
            <a:ext cx="4102500" cy="4395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dirty="0"/>
              <a:t>A42026_Phạm Văn Hà</a:t>
            </a:r>
          </a:p>
        </p:txBody>
      </p:sp>
      <p:sp>
        <p:nvSpPr>
          <p:cNvPr id="19" name="Google Shape;483;p37">
            <a:extLst>
              <a:ext uri="{FF2B5EF4-FFF2-40B4-BE49-F238E27FC236}">
                <a16:creationId xmlns:a16="http://schemas.microsoft.com/office/drawing/2014/main" id="{5993263F-C8D2-62DD-66A9-CCEF3BC4E5BB}"/>
              </a:ext>
            </a:extLst>
          </p:cNvPr>
          <p:cNvSpPr txBox="1">
            <a:spLocks/>
          </p:cNvSpPr>
          <p:nvPr/>
        </p:nvSpPr>
        <p:spPr>
          <a:xfrm>
            <a:off x="-4823454" y="-461725"/>
            <a:ext cx="4102500" cy="4395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vi-VN"/>
              <a:t>A46219_Lê Hải Sơn</a:t>
            </a:r>
            <a:endParaRPr lang="vi-VN" dirty="0"/>
          </a:p>
        </p:txBody>
      </p:sp>
      <p:grpSp>
        <p:nvGrpSpPr>
          <p:cNvPr id="20" name="Google Shape;484;p37">
            <a:extLst>
              <a:ext uri="{FF2B5EF4-FFF2-40B4-BE49-F238E27FC236}">
                <a16:creationId xmlns:a16="http://schemas.microsoft.com/office/drawing/2014/main" id="{2B2C70DC-F2FC-1DB9-3D3B-525D3CC155C0}"/>
              </a:ext>
            </a:extLst>
          </p:cNvPr>
          <p:cNvGrpSpPr/>
          <p:nvPr/>
        </p:nvGrpSpPr>
        <p:grpSpPr>
          <a:xfrm>
            <a:off x="3326180" y="7091394"/>
            <a:ext cx="1738026" cy="2823854"/>
            <a:chOff x="1090574" y="1604225"/>
            <a:chExt cx="1738026" cy="2823854"/>
          </a:xfrm>
        </p:grpSpPr>
        <p:sp>
          <p:nvSpPr>
            <p:cNvPr id="21" name="Google Shape;485;p37">
              <a:extLst>
                <a:ext uri="{FF2B5EF4-FFF2-40B4-BE49-F238E27FC236}">
                  <a16:creationId xmlns:a16="http://schemas.microsoft.com/office/drawing/2014/main" id="{1F0BF15B-3664-A748-BE31-FBC905744DAC}"/>
                </a:ext>
              </a:extLst>
            </p:cNvPr>
            <p:cNvSpPr/>
            <p:nvPr/>
          </p:nvSpPr>
          <p:spPr>
            <a:xfrm>
              <a:off x="1996241" y="2595554"/>
              <a:ext cx="414752" cy="1504829"/>
            </a:xfrm>
            <a:custGeom>
              <a:avLst/>
              <a:gdLst/>
              <a:ahLst/>
              <a:cxnLst/>
              <a:rect l="l" t="t" r="r" b="b"/>
              <a:pathLst>
                <a:path w="3487" h="12652" extrusionOk="0">
                  <a:moveTo>
                    <a:pt x="0" y="0"/>
                  </a:moveTo>
                  <a:lnTo>
                    <a:pt x="0" y="10634"/>
                  </a:lnTo>
                  <a:lnTo>
                    <a:pt x="3486" y="12652"/>
                  </a:lnTo>
                  <a:lnTo>
                    <a:pt x="3486" y="2018"/>
                  </a:lnTo>
                  <a:lnTo>
                    <a:pt x="0"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86;p37">
              <a:extLst>
                <a:ext uri="{FF2B5EF4-FFF2-40B4-BE49-F238E27FC236}">
                  <a16:creationId xmlns:a16="http://schemas.microsoft.com/office/drawing/2014/main" id="{5A16F185-01CB-74BF-143E-4385EFE7FE29}"/>
                </a:ext>
              </a:extLst>
            </p:cNvPr>
            <p:cNvSpPr/>
            <p:nvPr/>
          </p:nvSpPr>
          <p:spPr>
            <a:xfrm>
              <a:off x="2038227" y="2672866"/>
              <a:ext cx="55308" cy="1190589"/>
            </a:xfrm>
            <a:custGeom>
              <a:avLst/>
              <a:gdLst/>
              <a:ahLst/>
              <a:cxnLst/>
              <a:rect l="l" t="t" r="r" b="b"/>
              <a:pathLst>
                <a:path w="465" h="10010" extrusionOk="0">
                  <a:moveTo>
                    <a:pt x="1" y="1"/>
                  </a:moveTo>
                  <a:lnTo>
                    <a:pt x="1" y="9732"/>
                  </a:lnTo>
                  <a:lnTo>
                    <a:pt x="465" y="10009"/>
                  </a:lnTo>
                  <a:lnTo>
                    <a:pt x="465" y="273"/>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487;p37">
              <a:extLst>
                <a:ext uri="{FF2B5EF4-FFF2-40B4-BE49-F238E27FC236}">
                  <a16:creationId xmlns:a16="http://schemas.microsoft.com/office/drawing/2014/main" id="{A28E4BEF-A461-707C-85C8-383183E89659}"/>
                </a:ext>
              </a:extLst>
            </p:cNvPr>
            <p:cNvSpPr/>
            <p:nvPr/>
          </p:nvSpPr>
          <p:spPr>
            <a:xfrm>
              <a:off x="2131239" y="2728175"/>
              <a:ext cx="54714" cy="1187497"/>
            </a:xfrm>
            <a:custGeom>
              <a:avLst/>
              <a:gdLst/>
              <a:ahLst/>
              <a:cxnLst/>
              <a:rect l="l" t="t" r="r" b="b"/>
              <a:pathLst>
                <a:path w="460" h="9984" extrusionOk="0">
                  <a:moveTo>
                    <a:pt x="0" y="0"/>
                  </a:moveTo>
                  <a:lnTo>
                    <a:pt x="0" y="9711"/>
                  </a:lnTo>
                  <a:lnTo>
                    <a:pt x="460" y="9983"/>
                  </a:lnTo>
                  <a:lnTo>
                    <a:pt x="460" y="252"/>
                  </a:lnTo>
                  <a:lnTo>
                    <a:pt x="0"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488;p37">
              <a:extLst>
                <a:ext uri="{FF2B5EF4-FFF2-40B4-BE49-F238E27FC236}">
                  <a16:creationId xmlns:a16="http://schemas.microsoft.com/office/drawing/2014/main" id="{8A7D3F0E-D1FC-088A-A582-F93EA6B443DE}"/>
                </a:ext>
              </a:extLst>
            </p:cNvPr>
            <p:cNvSpPr/>
            <p:nvPr/>
          </p:nvSpPr>
          <p:spPr>
            <a:xfrm>
              <a:off x="2223657" y="2780271"/>
              <a:ext cx="52335" cy="1188092"/>
            </a:xfrm>
            <a:custGeom>
              <a:avLst/>
              <a:gdLst/>
              <a:ahLst/>
              <a:cxnLst/>
              <a:rect l="l" t="t" r="r" b="b"/>
              <a:pathLst>
                <a:path w="440" h="9989" extrusionOk="0">
                  <a:moveTo>
                    <a:pt x="0" y="1"/>
                  </a:moveTo>
                  <a:lnTo>
                    <a:pt x="0" y="9737"/>
                  </a:lnTo>
                  <a:lnTo>
                    <a:pt x="439" y="9989"/>
                  </a:lnTo>
                  <a:lnTo>
                    <a:pt x="439" y="278"/>
                  </a:lnTo>
                  <a:lnTo>
                    <a:pt x="0"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89;p37">
              <a:extLst>
                <a:ext uri="{FF2B5EF4-FFF2-40B4-BE49-F238E27FC236}">
                  <a16:creationId xmlns:a16="http://schemas.microsoft.com/office/drawing/2014/main" id="{05196E2D-0E1A-F23D-1C5B-D1B1461855CA}"/>
                </a:ext>
              </a:extLst>
            </p:cNvPr>
            <p:cNvSpPr/>
            <p:nvPr/>
          </p:nvSpPr>
          <p:spPr>
            <a:xfrm>
              <a:off x="2313577" y="2833082"/>
              <a:ext cx="54832" cy="1187497"/>
            </a:xfrm>
            <a:custGeom>
              <a:avLst/>
              <a:gdLst/>
              <a:ahLst/>
              <a:cxnLst/>
              <a:rect l="l" t="t" r="r" b="b"/>
              <a:pathLst>
                <a:path w="461" h="9984" extrusionOk="0">
                  <a:moveTo>
                    <a:pt x="1" y="1"/>
                  </a:moveTo>
                  <a:lnTo>
                    <a:pt x="1" y="9732"/>
                  </a:lnTo>
                  <a:lnTo>
                    <a:pt x="460" y="9984"/>
                  </a:lnTo>
                  <a:lnTo>
                    <a:pt x="460" y="273"/>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90;p37">
              <a:extLst>
                <a:ext uri="{FF2B5EF4-FFF2-40B4-BE49-F238E27FC236}">
                  <a16:creationId xmlns:a16="http://schemas.microsoft.com/office/drawing/2014/main" id="{76506EFD-D547-2382-1333-8CFD8302DF58}"/>
                </a:ext>
              </a:extLst>
            </p:cNvPr>
            <p:cNvSpPr/>
            <p:nvPr/>
          </p:nvSpPr>
          <p:spPr>
            <a:xfrm>
              <a:off x="2410871" y="2595554"/>
              <a:ext cx="417726" cy="1504829"/>
            </a:xfrm>
            <a:custGeom>
              <a:avLst/>
              <a:gdLst/>
              <a:ahLst/>
              <a:cxnLst/>
              <a:rect l="l" t="t" r="r" b="b"/>
              <a:pathLst>
                <a:path w="3512" h="12652" extrusionOk="0">
                  <a:moveTo>
                    <a:pt x="3511" y="0"/>
                  </a:moveTo>
                  <a:lnTo>
                    <a:pt x="0" y="2018"/>
                  </a:lnTo>
                  <a:lnTo>
                    <a:pt x="0" y="12652"/>
                  </a:lnTo>
                  <a:lnTo>
                    <a:pt x="3511" y="10634"/>
                  </a:lnTo>
                  <a:lnTo>
                    <a:pt x="3511" y="0"/>
                  </a:lnTo>
                  <a:close/>
                </a:path>
              </a:pathLst>
            </a:custGeom>
            <a:gradFill>
              <a:gsLst>
                <a:gs pos="0">
                  <a:srgbClr val="1501A9"/>
                </a:gs>
                <a:gs pos="100000">
                  <a:srgbClr val="17163E"/>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91;p37">
              <a:extLst>
                <a:ext uri="{FF2B5EF4-FFF2-40B4-BE49-F238E27FC236}">
                  <a16:creationId xmlns:a16="http://schemas.microsoft.com/office/drawing/2014/main" id="{6F794C03-8D80-4813-FF0C-41D9B094C80D}"/>
                </a:ext>
              </a:extLst>
            </p:cNvPr>
            <p:cNvSpPr/>
            <p:nvPr/>
          </p:nvSpPr>
          <p:spPr>
            <a:xfrm>
              <a:off x="2455831" y="2833082"/>
              <a:ext cx="52929" cy="1187497"/>
            </a:xfrm>
            <a:custGeom>
              <a:avLst/>
              <a:gdLst/>
              <a:ahLst/>
              <a:cxnLst/>
              <a:rect l="l" t="t" r="r" b="b"/>
              <a:pathLst>
                <a:path w="445" h="9984" extrusionOk="0">
                  <a:moveTo>
                    <a:pt x="444" y="1"/>
                  </a:moveTo>
                  <a:lnTo>
                    <a:pt x="1" y="273"/>
                  </a:lnTo>
                  <a:lnTo>
                    <a:pt x="1" y="9984"/>
                  </a:lnTo>
                  <a:lnTo>
                    <a:pt x="444" y="9732"/>
                  </a:lnTo>
                  <a:lnTo>
                    <a:pt x="44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92;p37">
              <a:extLst>
                <a:ext uri="{FF2B5EF4-FFF2-40B4-BE49-F238E27FC236}">
                  <a16:creationId xmlns:a16="http://schemas.microsoft.com/office/drawing/2014/main" id="{E66D7951-090D-13D2-F0AC-B106DC77BD87}"/>
                </a:ext>
              </a:extLst>
            </p:cNvPr>
            <p:cNvSpPr/>
            <p:nvPr/>
          </p:nvSpPr>
          <p:spPr>
            <a:xfrm>
              <a:off x="2545869" y="2780271"/>
              <a:ext cx="55308" cy="1188092"/>
            </a:xfrm>
            <a:custGeom>
              <a:avLst/>
              <a:gdLst/>
              <a:ahLst/>
              <a:cxnLst/>
              <a:rect l="l" t="t" r="r" b="b"/>
              <a:pathLst>
                <a:path w="465" h="9989" extrusionOk="0">
                  <a:moveTo>
                    <a:pt x="464" y="1"/>
                  </a:moveTo>
                  <a:lnTo>
                    <a:pt x="0" y="278"/>
                  </a:lnTo>
                  <a:lnTo>
                    <a:pt x="0" y="9989"/>
                  </a:lnTo>
                  <a:lnTo>
                    <a:pt x="464" y="9737"/>
                  </a:lnTo>
                  <a:lnTo>
                    <a:pt x="46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93;p37">
              <a:extLst>
                <a:ext uri="{FF2B5EF4-FFF2-40B4-BE49-F238E27FC236}">
                  <a16:creationId xmlns:a16="http://schemas.microsoft.com/office/drawing/2014/main" id="{FC4A62B6-23F1-4A3D-CFDE-0570E89CB248}"/>
                </a:ext>
              </a:extLst>
            </p:cNvPr>
            <p:cNvSpPr/>
            <p:nvPr/>
          </p:nvSpPr>
          <p:spPr>
            <a:xfrm>
              <a:off x="2638287" y="2728175"/>
              <a:ext cx="55308" cy="1187497"/>
            </a:xfrm>
            <a:custGeom>
              <a:avLst/>
              <a:gdLst/>
              <a:ahLst/>
              <a:cxnLst/>
              <a:rect l="l" t="t" r="r" b="b"/>
              <a:pathLst>
                <a:path w="465" h="9984" extrusionOk="0">
                  <a:moveTo>
                    <a:pt x="464" y="0"/>
                  </a:moveTo>
                  <a:lnTo>
                    <a:pt x="0" y="252"/>
                  </a:lnTo>
                  <a:lnTo>
                    <a:pt x="0" y="9983"/>
                  </a:lnTo>
                  <a:lnTo>
                    <a:pt x="464" y="9711"/>
                  </a:lnTo>
                  <a:lnTo>
                    <a:pt x="46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94;p37">
              <a:extLst>
                <a:ext uri="{FF2B5EF4-FFF2-40B4-BE49-F238E27FC236}">
                  <a16:creationId xmlns:a16="http://schemas.microsoft.com/office/drawing/2014/main" id="{FD8CD199-3631-24D8-271E-004A2D4EB9D2}"/>
                </a:ext>
              </a:extLst>
            </p:cNvPr>
            <p:cNvSpPr/>
            <p:nvPr/>
          </p:nvSpPr>
          <p:spPr>
            <a:xfrm>
              <a:off x="2731180" y="2672866"/>
              <a:ext cx="54714" cy="1190589"/>
            </a:xfrm>
            <a:custGeom>
              <a:avLst/>
              <a:gdLst/>
              <a:ahLst/>
              <a:cxnLst/>
              <a:rect l="l" t="t" r="r" b="b"/>
              <a:pathLst>
                <a:path w="460" h="10010" extrusionOk="0">
                  <a:moveTo>
                    <a:pt x="460" y="1"/>
                  </a:moveTo>
                  <a:lnTo>
                    <a:pt x="1" y="273"/>
                  </a:lnTo>
                  <a:lnTo>
                    <a:pt x="1" y="10009"/>
                  </a:lnTo>
                  <a:lnTo>
                    <a:pt x="460" y="9732"/>
                  </a:lnTo>
                  <a:lnTo>
                    <a:pt x="460"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95;p37">
              <a:extLst>
                <a:ext uri="{FF2B5EF4-FFF2-40B4-BE49-F238E27FC236}">
                  <a16:creationId xmlns:a16="http://schemas.microsoft.com/office/drawing/2014/main" id="{C8265FD2-AB97-2C71-7045-6BA21706D3AC}"/>
                </a:ext>
              </a:extLst>
            </p:cNvPr>
            <p:cNvSpPr/>
            <p:nvPr/>
          </p:nvSpPr>
          <p:spPr>
            <a:xfrm>
              <a:off x="1996241" y="2355528"/>
              <a:ext cx="832360" cy="480042"/>
            </a:xfrm>
            <a:custGeom>
              <a:avLst/>
              <a:gdLst/>
              <a:ahLst/>
              <a:cxnLst/>
              <a:rect l="l" t="t" r="r" b="b"/>
              <a:pathLst>
                <a:path w="6998" h="4036" extrusionOk="0">
                  <a:moveTo>
                    <a:pt x="3486" y="0"/>
                  </a:moveTo>
                  <a:lnTo>
                    <a:pt x="0" y="2018"/>
                  </a:lnTo>
                  <a:lnTo>
                    <a:pt x="3486" y="4036"/>
                  </a:lnTo>
                  <a:lnTo>
                    <a:pt x="6997" y="2018"/>
                  </a:lnTo>
                  <a:lnTo>
                    <a:pt x="3486" y="0"/>
                  </a:lnTo>
                  <a:close/>
                </a:path>
              </a:pathLst>
            </a:custGeom>
            <a:gradFill>
              <a:gsLst>
                <a:gs pos="0">
                  <a:srgbClr val="8C74F9"/>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96;p37">
              <a:extLst>
                <a:ext uri="{FF2B5EF4-FFF2-40B4-BE49-F238E27FC236}">
                  <a16:creationId xmlns:a16="http://schemas.microsoft.com/office/drawing/2014/main" id="{6F10C2CE-5EFE-DA21-0784-53D5215F2622}"/>
                </a:ext>
              </a:extLst>
            </p:cNvPr>
            <p:cNvSpPr/>
            <p:nvPr/>
          </p:nvSpPr>
          <p:spPr>
            <a:xfrm>
              <a:off x="2341290" y="2685474"/>
              <a:ext cx="147013" cy="85399"/>
            </a:xfrm>
            <a:custGeom>
              <a:avLst/>
              <a:gdLst/>
              <a:ahLst/>
              <a:cxnLst/>
              <a:rect l="l" t="t" r="r" b="b"/>
              <a:pathLst>
                <a:path w="1236" h="718" extrusionOk="0">
                  <a:moveTo>
                    <a:pt x="605" y="1"/>
                  </a:moveTo>
                  <a:lnTo>
                    <a:pt x="0" y="359"/>
                  </a:lnTo>
                  <a:lnTo>
                    <a:pt x="605" y="717"/>
                  </a:lnTo>
                  <a:lnTo>
                    <a:pt x="1236" y="359"/>
                  </a:lnTo>
                  <a:lnTo>
                    <a:pt x="605"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97;p37">
              <a:extLst>
                <a:ext uri="{FF2B5EF4-FFF2-40B4-BE49-F238E27FC236}">
                  <a16:creationId xmlns:a16="http://schemas.microsoft.com/office/drawing/2014/main" id="{3C079A86-0AC8-4824-DD44-17303C40875F}"/>
                </a:ext>
              </a:extLst>
            </p:cNvPr>
            <p:cNvSpPr/>
            <p:nvPr/>
          </p:nvSpPr>
          <p:spPr>
            <a:xfrm>
              <a:off x="2358655" y="2402867"/>
              <a:ext cx="109903" cy="62562"/>
            </a:xfrm>
            <a:custGeom>
              <a:avLst/>
              <a:gdLst/>
              <a:ahLst/>
              <a:cxnLst/>
              <a:rect l="l" t="t" r="r" b="b"/>
              <a:pathLst>
                <a:path w="924" h="526" extrusionOk="0">
                  <a:moveTo>
                    <a:pt x="459" y="1"/>
                  </a:moveTo>
                  <a:lnTo>
                    <a:pt x="0" y="253"/>
                  </a:lnTo>
                  <a:lnTo>
                    <a:pt x="459" y="526"/>
                  </a:lnTo>
                  <a:lnTo>
                    <a:pt x="923" y="253"/>
                  </a:lnTo>
                  <a:lnTo>
                    <a:pt x="459" y="1"/>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98;p37">
              <a:extLst>
                <a:ext uri="{FF2B5EF4-FFF2-40B4-BE49-F238E27FC236}">
                  <a16:creationId xmlns:a16="http://schemas.microsoft.com/office/drawing/2014/main" id="{CB1302C1-8748-0224-9143-26A19A23C0DD}"/>
                </a:ext>
              </a:extLst>
            </p:cNvPr>
            <p:cNvSpPr/>
            <p:nvPr/>
          </p:nvSpPr>
          <p:spPr>
            <a:xfrm>
              <a:off x="2358655" y="2432960"/>
              <a:ext cx="54714" cy="62444"/>
            </a:xfrm>
            <a:custGeom>
              <a:avLst/>
              <a:gdLst/>
              <a:ahLst/>
              <a:cxnLst/>
              <a:rect l="l" t="t" r="r" b="b"/>
              <a:pathLst>
                <a:path w="460" h="525" extrusionOk="0">
                  <a:moveTo>
                    <a:pt x="0" y="0"/>
                  </a:moveTo>
                  <a:lnTo>
                    <a:pt x="0" y="252"/>
                  </a:lnTo>
                  <a:lnTo>
                    <a:pt x="459" y="525"/>
                  </a:lnTo>
                  <a:lnTo>
                    <a:pt x="459" y="273"/>
                  </a:lnTo>
                  <a:lnTo>
                    <a:pt x="0"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499;p37">
              <a:extLst>
                <a:ext uri="{FF2B5EF4-FFF2-40B4-BE49-F238E27FC236}">
                  <a16:creationId xmlns:a16="http://schemas.microsoft.com/office/drawing/2014/main" id="{8131042D-9D9A-66A5-E0DF-126572A8B5F6}"/>
                </a:ext>
              </a:extLst>
            </p:cNvPr>
            <p:cNvSpPr/>
            <p:nvPr/>
          </p:nvSpPr>
          <p:spPr>
            <a:xfrm>
              <a:off x="2413250" y="2432960"/>
              <a:ext cx="55308" cy="62444"/>
            </a:xfrm>
            <a:custGeom>
              <a:avLst/>
              <a:gdLst/>
              <a:ahLst/>
              <a:cxnLst/>
              <a:rect l="l" t="t" r="r" b="b"/>
              <a:pathLst>
                <a:path w="465" h="525" extrusionOk="0">
                  <a:moveTo>
                    <a:pt x="464" y="0"/>
                  </a:moveTo>
                  <a:lnTo>
                    <a:pt x="0" y="273"/>
                  </a:lnTo>
                  <a:lnTo>
                    <a:pt x="0" y="525"/>
                  </a:lnTo>
                  <a:lnTo>
                    <a:pt x="464" y="252"/>
                  </a:lnTo>
                  <a:lnTo>
                    <a:pt x="464" y="0"/>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500;p37">
              <a:extLst>
                <a:ext uri="{FF2B5EF4-FFF2-40B4-BE49-F238E27FC236}">
                  <a16:creationId xmlns:a16="http://schemas.microsoft.com/office/drawing/2014/main" id="{5C2D87E0-16A1-3B2C-D26B-3A2C948E7C56}"/>
                </a:ext>
              </a:extLst>
            </p:cNvPr>
            <p:cNvSpPr/>
            <p:nvPr/>
          </p:nvSpPr>
          <p:spPr>
            <a:xfrm>
              <a:off x="2283603" y="2445568"/>
              <a:ext cx="109903" cy="62444"/>
            </a:xfrm>
            <a:custGeom>
              <a:avLst/>
              <a:gdLst/>
              <a:ahLst/>
              <a:cxnLst/>
              <a:rect l="l" t="t" r="r" b="b"/>
              <a:pathLst>
                <a:path w="924" h="525" extrusionOk="0">
                  <a:moveTo>
                    <a:pt x="460" y="0"/>
                  </a:moveTo>
                  <a:lnTo>
                    <a:pt x="1" y="252"/>
                  </a:lnTo>
                  <a:lnTo>
                    <a:pt x="460" y="525"/>
                  </a:lnTo>
                  <a:lnTo>
                    <a:pt x="924" y="252"/>
                  </a:lnTo>
                  <a:lnTo>
                    <a:pt x="460"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501;p37">
              <a:extLst>
                <a:ext uri="{FF2B5EF4-FFF2-40B4-BE49-F238E27FC236}">
                  <a16:creationId xmlns:a16="http://schemas.microsoft.com/office/drawing/2014/main" id="{CB9A02FF-33CC-3EC2-DA0C-6811E5B13F99}"/>
                </a:ext>
              </a:extLst>
            </p:cNvPr>
            <p:cNvSpPr/>
            <p:nvPr/>
          </p:nvSpPr>
          <p:spPr>
            <a:xfrm>
              <a:off x="2283603" y="2475541"/>
              <a:ext cx="54714" cy="62444"/>
            </a:xfrm>
            <a:custGeom>
              <a:avLst/>
              <a:gdLst/>
              <a:ahLst/>
              <a:cxnLst/>
              <a:rect l="l" t="t" r="r" b="b"/>
              <a:pathLst>
                <a:path w="460" h="525" extrusionOk="0">
                  <a:moveTo>
                    <a:pt x="1" y="0"/>
                  </a:moveTo>
                  <a:lnTo>
                    <a:pt x="1" y="253"/>
                  </a:lnTo>
                  <a:lnTo>
                    <a:pt x="460" y="525"/>
                  </a:lnTo>
                  <a:lnTo>
                    <a:pt x="460" y="273"/>
                  </a:lnTo>
                  <a:lnTo>
                    <a:pt x="1"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502;p37">
              <a:extLst>
                <a:ext uri="{FF2B5EF4-FFF2-40B4-BE49-F238E27FC236}">
                  <a16:creationId xmlns:a16="http://schemas.microsoft.com/office/drawing/2014/main" id="{08B0FC9A-2F49-8DF9-313E-8CD17BCC18EE}"/>
                </a:ext>
              </a:extLst>
            </p:cNvPr>
            <p:cNvSpPr/>
            <p:nvPr/>
          </p:nvSpPr>
          <p:spPr>
            <a:xfrm>
              <a:off x="2338198" y="2475541"/>
              <a:ext cx="55308" cy="62444"/>
            </a:xfrm>
            <a:custGeom>
              <a:avLst/>
              <a:gdLst/>
              <a:ahLst/>
              <a:cxnLst/>
              <a:rect l="l" t="t" r="r" b="b"/>
              <a:pathLst>
                <a:path w="465" h="525" extrusionOk="0">
                  <a:moveTo>
                    <a:pt x="465" y="0"/>
                  </a:moveTo>
                  <a:lnTo>
                    <a:pt x="1" y="273"/>
                  </a:lnTo>
                  <a:lnTo>
                    <a:pt x="1" y="525"/>
                  </a:lnTo>
                  <a:lnTo>
                    <a:pt x="465" y="253"/>
                  </a:lnTo>
                  <a:lnTo>
                    <a:pt x="465" y="0"/>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503;p37">
              <a:extLst>
                <a:ext uri="{FF2B5EF4-FFF2-40B4-BE49-F238E27FC236}">
                  <a16:creationId xmlns:a16="http://schemas.microsoft.com/office/drawing/2014/main" id="{B625285F-530C-3A17-0869-C4330C5C5AB5}"/>
                </a:ext>
              </a:extLst>
            </p:cNvPr>
            <p:cNvSpPr/>
            <p:nvPr/>
          </p:nvSpPr>
          <p:spPr>
            <a:xfrm>
              <a:off x="2208670" y="2488149"/>
              <a:ext cx="109903" cy="62444"/>
            </a:xfrm>
            <a:custGeom>
              <a:avLst/>
              <a:gdLst/>
              <a:ahLst/>
              <a:cxnLst/>
              <a:rect l="l" t="t" r="r" b="b"/>
              <a:pathLst>
                <a:path w="924" h="525" extrusionOk="0">
                  <a:moveTo>
                    <a:pt x="459" y="0"/>
                  </a:moveTo>
                  <a:lnTo>
                    <a:pt x="0" y="273"/>
                  </a:lnTo>
                  <a:lnTo>
                    <a:pt x="459" y="525"/>
                  </a:lnTo>
                  <a:lnTo>
                    <a:pt x="923" y="273"/>
                  </a:lnTo>
                  <a:lnTo>
                    <a:pt x="459"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504;p37">
              <a:extLst>
                <a:ext uri="{FF2B5EF4-FFF2-40B4-BE49-F238E27FC236}">
                  <a16:creationId xmlns:a16="http://schemas.microsoft.com/office/drawing/2014/main" id="{37FEEFC3-69B5-AE04-4DFE-2E9A31748CA9}"/>
                </a:ext>
              </a:extLst>
            </p:cNvPr>
            <p:cNvSpPr/>
            <p:nvPr/>
          </p:nvSpPr>
          <p:spPr>
            <a:xfrm>
              <a:off x="2208670" y="2520501"/>
              <a:ext cx="54714" cy="60184"/>
            </a:xfrm>
            <a:custGeom>
              <a:avLst/>
              <a:gdLst/>
              <a:ahLst/>
              <a:cxnLst/>
              <a:rect l="l" t="t" r="r" b="b"/>
              <a:pathLst>
                <a:path w="460" h="506" extrusionOk="0">
                  <a:moveTo>
                    <a:pt x="0" y="1"/>
                  </a:moveTo>
                  <a:lnTo>
                    <a:pt x="0" y="233"/>
                  </a:lnTo>
                  <a:lnTo>
                    <a:pt x="459" y="505"/>
                  </a:lnTo>
                  <a:lnTo>
                    <a:pt x="459" y="253"/>
                  </a:lnTo>
                  <a:lnTo>
                    <a:pt x="0" y="1"/>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505;p37">
              <a:extLst>
                <a:ext uri="{FF2B5EF4-FFF2-40B4-BE49-F238E27FC236}">
                  <a16:creationId xmlns:a16="http://schemas.microsoft.com/office/drawing/2014/main" id="{1AAA4F4F-4734-4C75-E0F9-DB40A8BE7E7E}"/>
                </a:ext>
              </a:extLst>
            </p:cNvPr>
            <p:cNvSpPr/>
            <p:nvPr/>
          </p:nvSpPr>
          <p:spPr>
            <a:xfrm>
              <a:off x="2263264" y="2520501"/>
              <a:ext cx="55308" cy="60184"/>
            </a:xfrm>
            <a:custGeom>
              <a:avLst/>
              <a:gdLst/>
              <a:ahLst/>
              <a:cxnLst/>
              <a:rect l="l" t="t" r="r" b="b"/>
              <a:pathLst>
                <a:path w="465" h="506" extrusionOk="0">
                  <a:moveTo>
                    <a:pt x="464" y="1"/>
                  </a:moveTo>
                  <a:lnTo>
                    <a:pt x="0" y="253"/>
                  </a:lnTo>
                  <a:lnTo>
                    <a:pt x="0" y="505"/>
                  </a:lnTo>
                  <a:lnTo>
                    <a:pt x="464" y="233"/>
                  </a:lnTo>
                  <a:lnTo>
                    <a:pt x="464" y="1"/>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506;p37">
              <a:extLst>
                <a:ext uri="{FF2B5EF4-FFF2-40B4-BE49-F238E27FC236}">
                  <a16:creationId xmlns:a16="http://schemas.microsoft.com/office/drawing/2014/main" id="{1C50AF1C-C025-8C05-B6DD-D04F0B0D10E3}"/>
                </a:ext>
              </a:extLst>
            </p:cNvPr>
            <p:cNvSpPr/>
            <p:nvPr/>
          </p:nvSpPr>
          <p:spPr>
            <a:xfrm>
              <a:off x="1996241" y="1604225"/>
              <a:ext cx="832360" cy="1232575"/>
            </a:xfrm>
            <a:custGeom>
              <a:avLst/>
              <a:gdLst/>
              <a:ahLst/>
              <a:cxnLst/>
              <a:rect l="l" t="t" r="r" b="b"/>
              <a:pathLst>
                <a:path w="6998" h="10363" extrusionOk="0">
                  <a:moveTo>
                    <a:pt x="3486" y="1"/>
                  </a:moveTo>
                  <a:lnTo>
                    <a:pt x="0" y="2039"/>
                  </a:lnTo>
                  <a:lnTo>
                    <a:pt x="0" y="8345"/>
                  </a:lnTo>
                  <a:lnTo>
                    <a:pt x="3486" y="10362"/>
                  </a:lnTo>
                  <a:lnTo>
                    <a:pt x="6997" y="8324"/>
                  </a:lnTo>
                  <a:lnTo>
                    <a:pt x="6997" y="2019"/>
                  </a:lnTo>
                  <a:lnTo>
                    <a:pt x="3486" y="1"/>
                  </a:lnTo>
                  <a:close/>
                </a:path>
              </a:pathLst>
            </a:custGeom>
            <a:gradFill>
              <a:gsLst>
                <a:gs pos="0">
                  <a:srgbClr val="4CEEFD">
                    <a:alpha val="36160"/>
                  </a:srgb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507;p37">
              <a:extLst>
                <a:ext uri="{FF2B5EF4-FFF2-40B4-BE49-F238E27FC236}">
                  <a16:creationId xmlns:a16="http://schemas.microsoft.com/office/drawing/2014/main" id="{A3B1955C-F98F-5A05-2437-D2591E1C5C60}"/>
                </a:ext>
              </a:extLst>
            </p:cNvPr>
            <p:cNvSpPr/>
            <p:nvPr/>
          </p:nvSpPr>
          <p:spPr>
            <a:xfrm>
              <a:off x="1090574" y="3355714"/>
              <a:ext cx="414752" cy="1072363"/>
            </a:xfrm>
            <a:custGeom>
              <a:avLst/>
              <a:gdLst/>
              <a:ahLst/>
              <a:cxnLst/>
              <a:rect l="l" t="t" r="r" b="b"/>
              <a:pathLst>
                <a:path w="3487" h="9016" extrusionOk="0">
                  <a:moveTo>
                    <a:pt x="1" y="1"/>
                  </a:moveTo>
                  <a:lnTo>
                    <a:pt x="1" y="6977"/>
                  </a:lnTo>
                  <a:lnTo>
                    <a:pt x="3486" y="9015"/>
                  </a:lnTo>
                  <a:lnTo>
                    <a:pt x="3486" y="2018"/>
                  </a:lnTo>
                  <a:lnTo>
                    <a:pt x="1" y="1"/>
                  </a:lnTo>
                  <a:close/>
                </a:path>
              </a:pathLst>
            </a:custGeom>
            <a:gradFill>
              <a:gsLst>
                <a:gs pos="0">
                  <a:srgbClr val="B0A1FB"/>
                </a:gs>
                <a:gs pos="50000">
                  <a:srgbClr val="AD95E6"/>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508;p37">
              <a:extLst>
                <a:ext uri="{FF2B5EF4-FFF2-40B4-BE49-F238E27FC236}">
                  <a16:creationId xmlns:a16="http://schemas.microsoft.com/office/drawing/2014/main" id="{65ECB7CF-ECF8-F1E0-9AFC-5B9A8848179D}"/>
                </a:ext>
              </a:extLst>
            </p:cNvPr>
            <p:cNvSpPr/>
            <p:nvPr/>
          </p:nvSpPr>
          <p:spPr>
            <a:xfrm>
              <a:off x="1090574" y="3388067"/>
              <a:ext cx="414752" cy="292355"/>
            </a:xfrm>
            <a:custGeom>
              <a:avLst/>
              <a:gdLst/>
              <a:ahLst/>
              <a:cxnLst/>
              <a:rect l="l" t="t" r="r" b="b"/>
              <a:pathLst>
                <a:path w="3487" h="2458" extrusionOk="0">
                  <a:moveTo>
                    <a:pt x="1" y="1"/>
                  </a:moveTo>
                  <a:lnTo>
                    <a:pt x="1" y="440"/>
                  </a:lnTo>
                  <a:lnTo>
                    <a:pt x="3486" y="2458"/>
                  </a:lnTo>
                  <a:lnTo>
                    <a:pt x="3486" y="2019"/>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509;p37">
              <a:extLst>
                <a:ext uri="{FF2B5EF4-FFF2-40B4-BE49-F238E27FC236}">
                  <a16:creationId xmlns:a16="http://schemas.microsoft.com/office/drawing/2014/main" id="{CDCCBB8E-2462-ADF3-6B8D-95E6B820FC57}"/>
                </a:ext>
              </a:extLst>
            </p:cNvPr>
            <p:cNvSpPr/>
            <p:nvPr/>
          </p:nvSpPr>
          <p:spPr>
            <a:xfrm>
              <a:off x="1090574" y="3505701"/>
              <a:ext cx="414752" cy="292355"/>
            </a:xfrm>
            <a:custGeom>
              <a:avLst/>
              <a:gdLst/>
              <a:ahLst/>
              <a:cxnLst/>
              <a:rect l="l" t="t" r="r" b="b"/>
              <a:pathLst>
                <a:path w="3487" h="2458" extrusionOk="0">
                  <a:moveTo>
                    <a:pt x="1" y="1"/>
                  </a:moveTo>
                  <a:lnTo>
                    <a:pt x="1" y="440"/>
                  </a:lnTo>
                  <a:lnTo>
                    <a:pt x="3486" y="2457"/>
                  </a:lnTo>
                  <a:lnTo>
                    <a:pt x="3486" y="2018"/>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510;p37">
              <a:extLst>
                <a:ext uri="{FF2B5EF4-FFF2-40B4-BE49-F238E27FC236}">
                  <a16:creationId xmlns:a16="http://schemas.microsoft.com/office/drawing/2014/main" id="{7D7DB474-F16D-949F-E78E-A747627CD62D}"/>
                </a:ext>
              </a:extLst>
            </p:cNvPr>
            <p:cNvSpPr/>
            <p:nvPr/>
          </p:nvSpPr>
          <p:spPr>
            <a:xfrm>
              <a:off x="1090574" y="3623335"/>
              <a:ext cx="414752" cy="292355"/>
            </a:xfrm>
            <a:custGeom>
              <a:avLst/>
              <a:gdLst/>
              <a:ahLst/>
              <a:cxnLst/>
              <a:rect l="l" t="t" r="r" b="b"/>
              <a:pathLst>
                <a:path w="3487" h="2458" extrusionOk="0">
                  <a:moveTo>
                    <a:pt x="1" y="0"/>
                  </a:moveTo>
                  <a:lnTo>
                    <a:pt x="1" y="439"/>
                  </a:lnTo>
                  <a:lnTo>
                    <a:pt x="3486" y="2457"/>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511;p37">
              <a:extLst>
                <a:ext uri="{FF2B5EF4-FFF2-40B4-BE49-F238E27FC236}">
                  <a16:creationId xmlns:a16="http://schemas.microsoft.com/office/drawing/2014/main" id="{E48F4328-506D-0F24-CDCF-33DCAF6E88C7}"/>
                </a:ext>
              </a:extLst>
            </p:cNvPr>
            <p:cNvSpPr/>
            <p:nvPr/>
          </p:nvSpPr>
          <p:spPr>
            <a:xfrm>
              <a:off x="1090574" y="3740374"/>
              <a:ext cx="414752" cy="292830"/>
            </a:xfrm>
            <a:custGeom>
              <a:avLst/>
              <a:gdLst/>
              <a:ahLst/>
              <a:cxnLst/>
              <a:rect l="l" t="t" r="r" b="b"/>
              <a:pathLst>
                <a:path w="3487" h="2462" extrusionOk="0">
                  <a:moveTo>
                    <a:pt x="1" y="0"/>
                  </a:moveTo>
                  <a:lnTo>
                    <a:pt x="1" y="444"/>
                  </a:lnTo>
                  <a:lnTo>
                    <a:pt x="3486" y="2462"/>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512;p37">
              <a:extLst>
                <a:ext uri="{FF2B5EF4-FFF2-40B4-BE49-F238E27FC236}">
                  <a16:creationId xmlns:a16="http://schemas.microsoft.com/office/drawing/2014/main" id="{9F79C8DE-7384-07ED-ED2D-2375EDD47245}"/>
                </a:ext>
              </a:extLst>
            </p:cNvPr>
            <p:cNvSpPr/>
            <p:nvPr/>
          </p:nvSpPr>
          <p:spPr>
            <a:xfrm>
              <a:off x="1090574" y="3857889"/>
              <a:ext cx="414752" cy="292949"/>
            </a:xfrm>
            <a:custGeom>
              <a:avLst/>
              <a:gdLst/>
              <a:ahLst/>
              <a:cxnLst/>
              <a:rect l="l" t="t" r="r" b="b"/>
              <a:pathLst>
                <a:path w="3487" h="2463" extrusionOk="0">
                  <a:moveTo>
                    <a:pt x="1" y="1"/>
                  </a:moveTo>
                  <a:lnTo>
                    <a:pt x="1" y="445"/>
                  </a:lnTo>
                  <a:lnTo>
                    <a:pt x="3486" y="2462"/>
                  </a:lnTo>
                  <a:lnTo>
                    <a:pt x="3486" y="2019"/>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513;p37">
              <a:extLst>
                <a:ext uri="{FF2B5EF4-FFF2-40B4-BE49-F238E27FC236}">
                  <a16:creationId xmlns:a16="http://schemas.microsoft.com/office/drawing/2014/main" id="{687C4412-EC1B-7D92-A109-DC9FDAF8F42A}"/>
                </a:ext>
              </a:extLst>
            </p:cNvPr>
            <p:cNvSpPr/>
            <p:nvPr/>
          </p:nvSpPr>
          <p:spPr>
            <a:xfrm>
              <a:off x="1090574" y="3975523"/>
              <a:ext cx="414752" cy="292949"/>
            </a:xfrm>
            <a:custGeom>
              <a:avLst/>
              <a:gdLst/>
              <a:ahLst/>
              <a:cxnLst/>
              <a:rect l="l" t="t" r="r" b="b"/>
              <a:pathLst>
                <a:path w="3487" h="2463" extrusionOk="0">
                  <a:moveTo>
                    <a:pt x="1" y="0"/>
                  </a:moveTo>
                  <a:lnTo>
                    <a:pt x="1" y="444"/>
                  </a:lnTo>
                  <a:lnTo>
                    <a:pt x="3486" y="2462"/>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14;p37">
              <a:extLst>
                <a:ext uri="{FF2B5EF4-FFF2-40B4-BE49-F238E27FC236}">
                  <a16:creationId xmlns:a16="http://schemas.microsoft.com/office/drawing/2014/main" id="{CCA5AB97-84A1-0591-10C6-0A8947E96772}"/>
                </a:ext>
              </a:extLst>
            </p:cNvPr>
            <p:cNvSpPr/>
            <p:nvPr/>
          </p:nvSpPr>
          <p:spPr>
            <a:xfrm>
              <a:off x="1090574" y="4093157"/>
              <a:ext cx="414752" cy="292236"/>
            </a:xfrm>
            <a:custGeom>
              <a:avLst/>
              <a:gdLst/>
              <a:ahLst/>
              <a:cxnLst/>
              <a:rect l="l" t="t" r="r" b="b"/>
              <a:pathLst>
                <a:path w="3487" h="2457" extrusionOk="0">
                  <a:moveTo>
                    <a:pt x="1" y="0"/>
                  </a:moveTo>
                  <a:lnTo>
                    <a:pt x="1" y="439"/>
                  </a:lnTo>
                  <a:lnTo>
                    <a:pt x="3486" y="2457"/>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5;p37">
              <a:extLst>
                <a:ext uri="{FF2B5EF4-FFF2-40B4-BE49-F238E27FC236}">
                  <a16:creationId xmlns:a16="http://schemas.microsoft.com/office/drawing/2014/main" id="{263F6D05-A996-0340-094A-E39894DC9671}"/>
                </a:ext>
              </a:extLst>
            </p:cNvPr>
            <p:cNvSpPr/>
            <p:nvPr/>
          </p:nvSpPr>
          <p:spPr>
            <a:xfrm>
              <a:off x="1505204" y="3450511"/>
              <a:ext cx="252634" cy="977568"/>
            </a:xfrm>
            <a:custGeom>
              <a:avLst/>
              <a:gdLst/>
              <a:ahLst/>
              <a:cxnLst/>
              <a:rect l="l" t="t" r="r" b="b"/>
              <a:pathLst>
                <a:path w="2124" h="8219" extrusionOk="0">
                  <a:moveTo>
                    <a:pt x="2124" y="1"/>
                  </a:moveTo>
                  <a:lnTo>
                    <a:pt x="0" y="1221"/>
                  </a:lnTo>
                  <a:lnTo>
                    <a:pt x="0" y="8218"/>
                  </a:lnTo>
                  <a:lnTo>
                    <a:pt x="2124" y="6977"/>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16;p37">
              <a:extLst>
                <a:ext uri="{FF2B5EF4-FFF2-40B4-BE49-F238E27FC236}">
                  <a16:creationId xmlns:a16="http://schemas.microsoft.com/office/drawing/2014/main" id="{ABA15F40-06A9-D5DC-1C62-50A21E4819F4}"/>
                </a:ext>
              </a:extLst>
            </p:cNvPr>
            <p:cNvSpPr/>
            <p:nvPr/>
          </p:nvSpPr>
          <p:spPr>
            <a:xfrm>
              <a:off x="1505204" y="3482864"/>
              <a:ext cx="252634" cy="197559"/>
            </a:xfrm>
            <a:custGeom>
              <a:avLst/>
              <a:gdLst/>
              <a:ahLst/>
              <a:cxnLst/>
              <a:rect l="l" t="t" r="r" b="b"/>
              <a:pathLst>
                <a:path w="2124" h="1661" extrusionOk="0">
                  <a:moveTo>
                    <a:pt x="2124" y="1"/>
                  </a:moveTo>
                  <a:lnTo>
                    <a:pt x="0" y="1222"/>
                  </a:lnTo>
                  <a:lnTo>
                    <a:pt x="0" y="1661"/>
                  </a:lnTo>
                  <a:lnTo>
                    <a:pt x="2124" y="445"/>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17;p37">
              <a:extLst>
                <a:ext uri="{FF2B5EF4-FFF2-40B4-BE49-F238E27FC236}">
                  <a16:creationId xmlns:a16="http://schemas.microsoft.com/office/drawing/2014/main" id="{66AEB4B5-DF3F-4210-9E68-2A12B7534A85}"/>
                </a:ext>
              </a:extLst>
            </p:cNvPr>
            <p:cNvSpPr/>
            <p:nvPr/>
          </p:nvSpPr>
          <p:spPr>
            <a:xfrm>
              <a:off x="1505204" y="3600498"/>
              <a:ext cx="252634" cy="197559"/>
            </a:xfrm>
            <a:custGeom>
              <a:avLst/>
              <a:gdLst/>
              <a:ahLst/>
              <a:cxnLst/>
              <a:rect l="l" t="t" r="r" b="b"/>
              <a:pathLst>
                <a:path w="2124" h="1661" extrusionOk="0">
                  <a:moveTo>
                    <a:pt x="2124" y="1"/>
                  </a:moveTo>
                  <a:lnTo>
                    <a:pt x="0" y="1221"/>
                  </a:lnTo>
                  <a:lnTo>
                    <a:pt x="0" y="1660"/>
                  </a:lnTo>
                  <a:lnTo>
                    <a:pt x="2124" y="445"/>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18;p37">
              <a:extLst>
                <a:ext uri="{FF2B5EF4-FFF2-40B4-BE49-F238E27FC236}">
                  <a16:creationId xmlns:a16="http://schemas.microsoft.com/office/drawing/2014/main" id="{73B37582-427E-7D2B-C93E-5667B7768F90}"/>
                </a:ext>
              </a:extLst>
            </p:cNvPr>
            <p:cNvSpPr/>
            <p:nvPr/>
          </p:nvSpPr>
          <p:spPr>
            <a:xfrm>
              <a:off x="1505204" y="3718132"/>
              <a:ext cx="252634" cy="197559"/>
            </a:xfrm>
            <a:custGeom>
              <a:avLst/>
              <a:gdLst/>
              <a:ahLst/>
              <a:cxnLst/>
              <a:rect l="l" t="t" r="r" b="b"/>
              <a:pathLst>
                <a:path w="2124" h="1661" extrusionOk="0">
                  <a:moveTo>
                    <a:pt x="2124" y="0"/>
                  </a:moveTo>
                  <a:lnTo>
                    <a:pt x="0" y="1221"/>
                  </a:lnTo>
                  <a:lnTo>
                    <a:pt x="0" y="1660"/>
                  </a:lnTo>
                  <a:lnTo>
                    <a:pt x="2124" y="439"/>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19;p37">
              <a:extLst>
                <a:ext uri="{FF2B5EF4-FFF2-40B4-BE49-F238E27FC236}">
                  <a16:creationId xmlns:a16="http://schemas.microsoft.com/office/drawing/2014/main" id="{ADF69B66-88FA-62A1-52AC-3965C1CE1112}"/>
                </a:ext>
              </a:extLst>
            </p:cNvPr>
            <p:cNvSpPr/>
            <p:nvPr/>
          </p:nvSpPr>
          <p:spPr>
            <a:xfrm>
              <a:off x="1505204" y="3835766"/>
              <a:ext cx="252634" cy="197440"/>
            </a:xfrm>
            <a:custGeom>
              <a:avLst/>
              <a:gdLst/>
              <a:ahLst/>
              <a:cxnLst/>
              <a:rect l="l" t="t" r="r" b="b"/>
              <a:pathLst>
                <a:path w="2124" h="1660" extrusionOk="0">
                  <a:moveTo>
                    <a:pt x="2124" y="0"/>
                  </a:moveTo>
                  <a:lnTo>
                    <a:pt x="0" y="1216"/>
                  </a:lnTo>
                  <a:lnTo>
                    <a:pt x="0" y="1660"/>
                  </a:lnTo>
                  <a:lnTo>
                    <a:pt x="2124" y="439"/>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20;p37">
              <a:extLst>
                <a:ext uri="{FF2B5EF4-FFF2-40B4-BE49-F238E27FC236}">
                  <a16:creationId xmlns:a16="http://schemas.microsoft.com/office/drawing/2014/main" id="{6493082E-3B01-D325-F005-A3AFDD0F80A8}"/>
                </a:ext>
              </a:extLst>
            </p:cNvPr>
            <p:cNvSpPr/>
            <p:nvPr/>
          </p:nvSpPr>
          <p:spPr>
            <a:xfrm>
              <a:off x="1505204" y="3953281"/>
              <a:ext cx="252634" cy="197559"/>
            </a:xfrm>
            <a:custGeom>
              <a:avLst/>
              <a:gdLst/>
              <a:ahLst/>
              <a:cxnLst/>
              <a:rect l="l" t="t" r="r" b="b"/>
              <a:pathLst>
                <a:path w="2124" h="1661" extrusionOk="0">
                  <a:moveTo>
                    <a:pt x="2124" y="1"/>
                  </a:moveTo>
                  <a:lnTo>
                    <a:pt x="0" y="1217"/>
                  </a:lnTo>
                  <a:lnTo>
                    <a:pt x="0" y="1660"/>
                  </a:lnTo>
                  <a:lnTo>
                    <a:pt x="2124" y="440"/>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21;p37">
              <a:extLst>
                <a:ext uri="{FF2B5EF4-FFF2-40B4-BE49-F238E27FC236}">
                  <a16:creationId xmlns:a16="http://schemas.microsoft.com/office/drawing/2014/main" id="{5818CB5F-7715-8F27-6E57-2FF751B6CD92}"/>
                </a:ext>
              </a:extLst>
            </p:cNvPr>
            <p:cNvSpPr/>
            <p:nvPr/>
          </p:nvSpPr>
          <p:spPr>
            <a:xfrm>
              <a:off x="1505204" y="4070320"/>
              <a:ext cx="252634" cy="198154"/>
            </a:xfrm>
            <a:custGeom>
              <a:avLst/>
              <a:gdLst/>
              <a:ahLst/>
              <a:cxnLst/>
              <a:rect l="l" t="t" r="r" b="b"/>
              <a:pathLst>
                <a:path w="2124" h="1666" extrusionOk="0">
                  <a:moveTo>
                    <a:pt x="2124" y="1"/>
                  </a:moveTo>
                  <a:lnTo>
                    <a:pt x="0" y="1221"/>
                  </a:lnTo>
                  <a:lnTo>
                    <a:pt x="0" y="1665"/>
                  </a:lnTo>
                  <a:lnTo>
                    <a:pt x="2124" y="444"/>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22;p37">
              <a:extLst>
                <a:ext uri="{FF2B5EF4-FFF2-40B4-BE49-F238E27FC236}">
                  <a16:creationId xmlns:a16="http://schemas.microsoft.com/office/drawing/2014/main" id="{F6546262-495B-28C4-F243-8D46C9357E5C}"/>
                </a:ext>
              </a:extLst>
            </p:cNvPr>
            <p:cNvSpPr/>
            <p:nvPr/>
          </p:nvSpPr>
          <p:spPr>
            <a:xfrm>
              <a:off x="1505204" y="4187954"/>
              <a:ext cx="252634" cy="197440"/>
            </a:xfrm>
            <a:custGeom>
              <a:avLst/>
              <a:gdLst/>
              <a:ahLst/>
              <a:cxnLst/>
              <a:rect l="l" t="t" r="r" b="b"/>
              <a:pathLst>
                <a:path w="2124" h="1660" extrusionOk="0">
                  <a:moveTo>
                    <a:pt x="2124" y="0"/>
                  </a:moveTo>
                  <a:lnTo>
                    <a:pt x="0" y="1221"/>
                  </a:lnTo>
                  <a:lnTo>
                    <a:pt x="0" y="1660"/>
                  </a:lnTo>
                  <a:lnTo>
                    <a:pt x="2124" y="444"/>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23;p37">
              <a:extLst>
                <a:ext uri="{FF2B5EF4-FFF2-40B4-BE49-F238E27FC236}">
                  <a16:creationId xmlns:a16="http://schemas.microsoft.com/office/drawing/2014/main" id="{44AAACA4-BB2F-E5F4-4EC3-5BDEC99AEDD5}"/>
                </a:ext>
              </a:extLst>
            </p:cNvPr>
            <p:cNvSpPr/>
            <p:nvPr/>
          </p:nvSpPr>
          <p:spPr>
            <a:xfrm>
              <a:off x="1090574" y="3210486"/>
              <a:ext cx="667267" cy="385366"/>
            </a:xfrm>
            <a:custGeom>
              <a:avLst/>
              <a:gdLst/>
              <a:ahLst/>
              <a:cxnLst/>
              <a:rect l="l" t="t" r="r" b="b"/>
              <a:pathLst>
                <a:path w="5610" h="3240" extrusionOk="0">
                  <a:moveTo>
                    <a:pt x="2119" y="1"/>
                  </a:moveTo>
                  <a:lnTo>
                    <a:pt x="1" y="1222"/>
                  </a:lnTo>
                  <a:lnTo>
                    <a:pt x="3486" y="3239"/>
                  </a:lnTo>
                  <a:lnTo>
                    <a:pt x="5610" y="2019"/>
                  </a:lnTo>
                  <a:lnTo>
                    <a:pt x="2119" y="1"/>
                  </a:lnTo>
                  <a:close/>
                </a:path>
              </a:pathLst>
            </a:custGeom>
            <a:gradFill>
              <a:gsLst>
                <a:gs pos="0">
                  <a:srgbClr val="8C74F9"/>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24;p37">
              <a:extLst>
                <a:ext uri="{FF2B5EF4-FFF2-40B4-BE49-F238E27FC236}">
                  <a16:creationId xmlns:a16="http://schemas.microsoft.com/office/drawing/2014/main" id="{B1DF04D3-377D-3684-EBC0-AC72A376F4E2}"/>
                </a:ext>
              </a:extLst>
            </p:cNvPr>
            <p:cNvSpPr/>
            <p:nvPr/>
          </p:nvSpPr>
          <p:spPr>
            <a:xfrm>
              <a:off x="1175141" y="3308375"/>
              <a:ext cx="167590" cy="97293"/>
            </a:xfrm>
            <a:custGeom>
              <a:avLst/>
              <a:gdLst/>
              <a:ahLst/>
              <a:cxnLst/>
              <a:rect l="l" t="t" r="r" b="b"/>
              <a:pathLst>
                <a:path w="1409" h="818" extrusionOk="0">
                  <a:moveTo>
                    <a:pt x="717" y="0"/>
                  </a:moveTo>
                  <a:lnTo>
                    <a:pt x="1" y="419"/>
                  </a:lnTo>
                  <a:lnTo>
                    <a:pt x="717" y="817"/>
                  </a:lnTo>
                  <a:lnTo>
                    <a:pt x="1408" y="419"/>
                  </a:lnTo>
                  <a:lnTo>
                    <a:pt x="717" y="0"/>
                  </a:lnTo>
                  <a:close/>
                </a:path>
              </a:pathLst>
            </a:custGeom>
            <a:gradFill>
              <a:gsLst>
                <a:gs pos="0">
                  <a:srgbClr val="1501A9"/>
                </a:gs>
                <a:gs pos="100000">
                  <a:srgbClr val="17163E"/>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525;p37">
              <a:extLst>
                <a:ext uri="{FF2B5EF4-FFF2-40B4-BE49-F238E27FC236}">
                  <a16:creationId xmlns:a16="http://schemas.microsoft.com/office/drawing/2014/main" id="{3FDC1919-7FA8-DB0B-DE8D-07FFC07527B7}"/>
                </a:ext>
              </a:extLst>
            </p:cNvPr>
            <p:cNvSpPr/>
            <p:nvPr/>
          </p:nvSpPr>
          <p:spPr>
            <a:xfrm>
              <a:off x="1472733" y="3405075"/>
              <a:ext cx="162713" cy="86232"/>
            </a:xfrm>
            <a:custGeom>
              <a:avLst/>
              <a:gdLst/>
              <a:ahLst/>
              <a:cxnLst/>
              <a:rect l="l" t="t" r="r" b="b"/>
              <a:pathLst>
                <a:path w="1368" h="725" extrusionOk="0">
                  <a:moveTo>
                    <a:pt x="687" y="0"/>
                  </a:moveTo>
                  <a:cubicBezTo>
                    <a:pt x="527" y="0"/>
                    <a:pt x="369" y="37"/>
                    <a:pt x="253" y="110"/>
                  </a:cubicBezTo>
                  <a:cubicBezTo>
                    <a:pt x="1" y="236"/>
                    <a:pt x="1" y="468"/>
                    <a:pt x="253" y="615"/>
                  </a:cubicBezTo>
                  <a:cubicBezTo>
                    <a:pt x="369" y="688"/>
                    <a:pt x="527" y="724"/>
                    <a:pt x="687" y="724"/>
                  </a:cubicBezTo>
                  <a:cubicBezTo>
                    <a:pt x="847" y="724"/>
                    <a:pt x="1010" y="688"/>
                    <a:pt x="1136" y="615"/>
                  </a:cubicBezTo>
                  <a:cubicBezTo>
                    <a:pt x="1368" y="468"/>
                    <a:pt x="1368" y="236"/>
                    <a:pt x="1136" y="110"/>
                  </a:cubicBezTo>
                  <a:cubicBezTo>
                    <a:pt x="1010" y="37"/>
                    <a:pt x="847" y="0"/>
                    <a:pt x="687" y="0"/>
                  </a:cubicBezTo>
                  <a:close/>
                </a:path>
              </a:pathLst>
            </a:custGeom>
            <a:gradFill>
              <a:gsLst>
                <a:gs pos="0">
                  <a:srgbClr val="1501A9"/>
                </a:gs>
                <a:gs pos="100000">
                  <a:srgbClr val="17163E"/>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526;p37">
              <a:extLst>
                <a:ext uri="{FF2B5EF4-FFF2-40B4-BE49-F238E27FC236}">
                  <a16:creationId xmlns:a16="http://schemas.microsoft.com/office/drawing/2014/main" id="{30D9D390-37B0-07F5-FD81-1ACD74724C84}"/>
                </a:ext>
              </a:extLst>
            </p:cNvPr>
            <p:cNvSpPr/>
            <p:nvPr/>
          </p:nvSpPr>
          <p:spPr>
            <a:xfrm>
              <a:off x="1090574" y="2456923"/>
              <a:ext cx="667267" cy="1137066"/>
            </a:xfrm>
            <a:custGeom>
              <a:avLst/>
              <a:gdLst/>
              <a:ahLst/>
              <a:cxnLst/>
              <a:rect l="l" t="t" r="r" b="b"/>
              <a:pathLst>
                <a:path w="5610" h="9560" extrusionOk="0">
                  <a:moveTo>
                    <a:pt x="2119" y="0"/>
                  </a:moveTo>
                  <a:lnTo>
                    <a:pt x="1" y="1216"/>
                  </a:lnTo>
                  <a:lnTo>
                    <a:pt x="1" y="7542"/>
                  </a:lnTo>
                  <a:lnTo>
                    <a:pt x="3486" y="9559"/>
                  </a:lnTo>
                  <a:lnTo>
                    <a:pt x="5610" y="8344"/>
                  </a:lnTo>
                  <a:lnTo>
                    <a:pt x="5610" y="2018"/>
                  </a:lnTo>
                  <a:lnTo>
                    <a:pt x="2119" y="0"/>
                  </a:lnTo>
                  <a:close/>
                </a:path>
              </a:pathLst>
            </a:custGeom>
            <a:gradFill>
              <a:gsLst>
                <a:gs pos="0">
                  <a:srgbClr val="4CEEFD">
                    <a:alpha val="36160"/>
                  </a:srgb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7"/>
          <p:cNvSpPr txBox="1">
            <a:spLocks noGrp="1"/>
          </p:cNvSpPr>
          <p:nvPr>
            <p:ph type="title"/>
          </p:nvPr>
        </p:nvSpPr>
        <p:spPr>
          <a:xfrm>
            <a:off x="2607200" y="540000"/>
            <a:ext cx="3929700"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MỤC TIÊU PHÂN TÍCH</a:t>
            </a:r>
            <a:endParaRPr dirty="0"/>
          </a:p>
        </p:txBody>
      </p:sp>
      <p:sp>
        <p:nvSpPr>
          <p:cNvPr id="472" name="Google Shape;472;p37"/>
          <p:cNvSpPr txBox="1">
            <a:spLocks noGrp="1"/>
          </p:cNvSpPr>
          <p:nvPr>
            <p:ph type="title" idx="3"/>
          </p:nvPr>
        </p:nvSpPr>
        <p:spPr>
          <a:xfrm>
            <a:off x="3540008" y="1232484"/>
            <a:ext cx="781200" cy="68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123</a:t>
            </a:r>
            <a:br>
              <a:rPr lang="vi-VN" dirty="0"/>
            </a:br>
            <a:r>
              <a:rPr lang="vi-VN" dirty="0"/>
              <a:t>4x	</a:t>
            </a:r>
            <a:endParaRPr dirty="0"/>
          </a:p>
        </p:txBody>
      </p:sp>
      <p:sp>
        <p:nvSpPr>
          <p:cNvPr id="473" name="Google Shape;473;p37"/>
          <p:cNvSpPr txBox="1">
            <a:spLocks noGrp="1"/>
          </p:cNvSpPr>
          <p:nvPr>
            <p:ph type="title" idx="5"/>
          </p:nvPr>
        </p:nvSpPr>
        <p:spPr>
          <a:xfrm>
            <a:off x="4330920" y="2403489"/>
            <a:ext cx="4102500" cy="439500"/>
          </a:xfrm>
          <a:prstGeom prst="rect">
            <a:avLst/>
          </a:prstGeom>
        </p:spPr>
        <p:txBody>
          <a:bodyPr spcFirstLastPara="1" wrap="square" lIns="91425" tIns="91425" rIns="91425" bIns="91425" anchor="t" anchorCtr="0">
            <a:noAutofit/>
          </a:bodyPr>
          <a:lstStyle/>
          <a:p>
            <a:r>
              <a:rPr lang="en-US" b="1" dirty="0"/>
              <a:t>Xác định những thách thức</a:t>
            </a:r>
            <a:br>
              <a:rPr lang="en-US" dirty="0"/>
            </a:br>
            <a:endParaRPr dirty="0"/>
          </a:p>
        </p:txBody>
      </p:sp>
      <p:sp>
        <p:nvSpPr>
          <p:cNvPr id="475" name="Google Shape;475;p37"/>
          <p:cNvSpPr txBox="1">
            <a:spLocks noGrp="1"/>
          </p:cNvSpPr>
          <p:nvPr>
            <p:ph type="title" idx="8"/>
          </p:nvPr>
        </p:nvSpPr>
        <p:spPr>
          <a:xfrm>
            <a:off x="4330920" y="3362240"/>
            <a:ext cx="4102500" cy="439500"/>
          </a:xfrm>
          <a:prstGeom prst="rect">
            <a:avLst/>
          </a:prstGeom>
        </p:spPr>
        <p:txBody>
          <a:bodyPr spcFirstLastPara="1" wrap="square" lIns="91425" tIns="91425" rIns="91425" bIns="91425" anchor="t" anchorCtr="0">
            <a:noAutofit/>
          </a:bodyPr>
          <a:lstStyle/>
          <a:p>
            <a:r>
              <a:rPr lang="vi-VN" b="1" dirty="0"/>
              <a:t>Hiểu rõ xu hướng</a:t>
            </a:r>
            <a:br>
              <a:rPr lang="vi-VN" dirty="0"/>
            </a:br>
            <a:endParaRPr dirty="0"/>
          </a:p>
        </p:txBody>
      </p:sp>
      <p:sp>
        <p:nvSpPr>
          <p:cNvPr id="483" name="Google Shape;483;p37"/>
          <p:cNvSpPr txBox="1">
            <a:spLocks noGrp="1"/>
          </p:cNvSpPr>
          <p:nvPr>
            <p:ph type="title" idx="2"/>
          </p:nvPr>
        </p:nvSpPr>
        <p:spPr>
          <a:xfrm>
            <a:off x="4321200" y="1461715"/>
            <a:ext cx="4102500" cy="43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Đánh giá tác động tổng thể</a:t>
            </a:r>
          </a:p>
        </p:txBody>
      </p:sp>
      <p:grpSp>
        <p:nvGrpSpPr>
          <p:cNvPr id="484" name="Google Shape;484;p37"/>
          <p:cNvGrpSpPr/>
          <p:nvPr/>
        </p:nvGrpSpPr>
        <p:grpSpPr>
          <a:xfrm>
            <a:off x="1090574" y="1604225"/>
            <a:ext cx="1738026" cy="2823854"/>
            <a:chOff x="1090574" y="1604225"/>
            <a:chExt cx="1738026" cy="2823854"/>
          </a:xfrm>
        </p:grpSpPr>
        <p:sp>
          <p:nvSpPr>
            <p:cNvPr id="485" name="Google Shape;485;p37"/>
            <p:cNvSpPr/>
            <p:nvPr/>
          </p:nvSpPr>
          <p:spPr>
            <a:xfrm>
              <a:off x="1996241" y="2595554"/>
              <a:ext cx="414752" cy="1504829"/>
            </a:xfrm>
            <a:custGeom>
              <a:avLst/>
              <a:gdLst/>
              <a:ahLst/>
              <a:cxnLst/>
              <a:rect l="l" t="t" r="r" b="b"/>
              <a:pathLst>
                <a:path w="3487" h="12652" extrusionOk="0">
                  <a:moveTo>
                    <a:pt x="0" y="0"/>
                  </a:moveTo>
                  <a:lnTo>
                    <a:pt x="0" y="10634"/>
                  </a:lnTo>
                  <a:lnTo>
                    <a:pt x="3486" y="12652"/>
                  </a:lnTo>
                  <a:lnTo>
                    <a:pt x="3486" y="2018"/>
                  </a:lnTo>
                  <a:lnTo>
                    <a:pt x="0"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6" name="Google Shape;486;p37"/>
            <p:cNvSpPr/>
            <p:nvPr/>
          </p:nvSpPr>
          <p:spPr>
            <a:xfrm>
              <a:off x="2038227" y="2672866"/>
              <a:ext cx="55308" cy="1190589"/>
            </a:xfrm>
            <a:custGeom>
              <a:avLst/>
              <a:gdLst/>
              <a:ahLst/>
              <a:cxnLst/>
              <a:rect l="l" t="t" r="r" b="b"/>
              <a:pathLst>
                <a:path w="465" h="10010" extrusionOk="0">
                  <a:moveTo>
                    <a:pt x="1" y="1"/>
                  </a:moveTo>
                  <a:lnTo>
                    <a:pt x="1" y="9732"/>
                  </a:lnTo>
                  <a:lnTo>
                    <a:pt x="465" y="10009"/>
                  </a:lnTo>
                  <a:lnTo>
                    <a:pt x="465" y="273"/>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7" name="Google Shape;487;p37"/>
            <p:cNvSpPr/>
            <p:nvPr/>
          </p:nvSpPr>
          <p:spPr>
            <a:xfrm>
              <a:off x="2131239" y="2728175"/>
              <a:ext cx="54714" cy="1187497"/>
            </a:xfrm>
            <a:custGeom>
              <a:avLst/>
              <a:gdLst/>
              <a:ahLst/>
              <a:cxnLst/>
              <a:rect l="l" t="t" r="r" b="b"/>
              <a:pathLst>
                <a:path w="460" h="9984" extrusionOk="0">
                  <a:moveTo>
                    <a:pt x="0" y="0"/>
                  </a:moveTo>
                  <a:lnTo>
                    <a:pt x="0" y="9711"/>
                  </a:lnTo>
                  <a:lnTo>
                    <a:pt x="460" y="9983"/>
                  </a:lnTo>
                  <a:lnTo>
                    <a:pt x="460" y="252"/>
                  </a:lnTo>
                  <a:lnTo>
                    <a:pt x="0"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8" name="Google Shape;488;p37"/>
            <p:cNvSpPr/>
            <p:nvPr/>
          </p:nvSpPr>
          <p:spPr>
            <a:xfrm>
              <a:off x="2223657" y="2780271"/>
              <a:ext cx="52335" cy="1188092"/>
            </a:xfrm>
            <a:custGeom>
              <a:avLst/>
              <a:gdLst/>
              <a:ahLst/>
              <a:cxnLst/>
              <a:rect l="l" t="t" r="r" b="b"/>
              <a:pathLst>
                <a:path w="440" h="9989" extrusionOk="0">
                  <a:moveTo>
                    <a:pt x="0" y="1"/>
                  </a:moveTo>
                  <a:lnTo>
                    <a:pt x="0" y="9737"/>
                  </a:lnTo>
                  <a:lnTo>
                    <a:pt x="439" y="9989"/>
                  </a:lnTo>
                  <a:lnTo>
                    <a:pt x="439" y="278"/>
                  </a:lnTo>
                  <a:lnTo>
                    <a:pt x="0"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9" name="Google Shape;489;p37"/>
            <p:cNvSpPr/>
            <p:nvPr/>
          </p:nvSpPr>
          <p:spPr>
            <a:xfrm>
              <a:off x="2313577" y="2833082"/>
              <a:ext cx="54832" cy="1187497"/>
            </a:xfrm>
            <a:custGeom>
              <a:avLst/>
              <a:gdLst/>
              <a:ahLst/>
              <a:cxnLst/>
              <a:rect l="l" t="t" r="r" b="b"/>
              <a:pathLst>
                <a:path w="461" h="9984" extrusionOk="0">
                  <a:moveTo>
                    <a:pt x="1" y="1"/>
                  </a:moveTo>
                  <a:lnTo>
                    <a:pt x="1" y="9732"/>
                  </a:lnTo>
                  <a:lnTo>
                    <a:pt x="460" y="9984"/>
                  </a:lnTo>
                  <a:lnTo>
                    <a:pt x="460" y="273"/>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0" name="Google Shape;490;p37"/>
            <p:cNvSpPr/>
            <p:nvPr/>
          </p:nvSpPr>
          <p:spPr>
            <a:xfrm>
              <a:off x="2410871" y="2595554"/>
              <a:ext cx="417726" cy="1504829"/>
            </a:xfrm>
            <a:custGeom>
              <a:avLst/>
              <a:gdLst/>
              <a:ahLst/>
              <a:cxnLst/>
              <a:rect l="l" t="t" r="r" b="b"/>
              <a:pathLst>
                <a:path w="3512" h="12652" extrusionOk="0">
                  <a:moveTo>
                    <a:pt x="3511" y="0"/>
                  </a:moveTo>
                  <a:lnTo>
                    <a:pt x="0" y="2018"/>
                  </a:lnTo>
                  <a:lnTo>
                    <a:pt x="0" y="12652"/>
                  </a:lnTo>
                  <a:lnTo>
                    <a:pt x="3511" y="10634"/>
                  </a:lnTo>
                  <a:lnTo>
                    <a:pt x="3511" y="0"/>
                  </a:lnTo>
                  <a:close/>
                </a:path>
              </a:pathLst>
            </a:custGeom>
            <a:gradFill>
              <a:gsLst>
                <a:gs pos="0">
                  <a:srgbClr val="1501A9"/>
                </a:gs>
                <a:gs pos="100000">
                  <a:srgbClr val="17163E"/>
                </a:gs>
              </a:gsLst>
              <a:lin ang="18900044"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1" name="Google Shape;491;p37"/>
            <p:cNvSpPr/>
            <p:nvPr/>
          </p:nvSpPr>
          <p:spPr>
            <a:xfrm>
              <a:off x="2455831" y="2833082"/>
              <a:ext cx="52929" cy="1187497"/>
            </a:xfrm>
            <a:custGeom>
              <a:avLst/>
              <a:gdLst/>
              <a:ahLst/>
              <a:cxnLst/>
              <a:rect l="l" t="t" r="r" b="b"/>
              <a:pathLst>
                <a:path w="445" h="9984" extrusionOk="0">
                  <a:moveTo>
                    <a:pt x="444" y="1"/>
                  </a:moveTo>
                  <a:lnTo>
                    <a:pt x="1" y="273"/>
                  </a:lnTo>
                  <a:lnTo>
                    <a:pt x="1" y="9984"/>
                  </a:lnTo>
                  <a:lnTo>
                    <a:pt x="444" y="9732"/>
                  </a:lnTo>
                  <a:lnTo>
                    <a:pt x="44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2" name="Google Shape;492;p37"/>
            <p:cNvSpPr/>
            <p:nvPr/>
          </p:nvSpPr>
          <p:spPr>
            <a:xfrm>
              <a:off x="2545869" y="2780271"/>
              <a:ext cx="55308" cy="1188092"/>
            </a:xfrm>
            <a:custGeom>
              <a:avLst/>
              <a:gdLst/>
              <a:ahLst/>
              <a:cxnLst/>
              <a:rect l="l" t="t" r="r" b="b"/>
              <a:pathLst>
                <a:path w="465" h="9989" extrusionOk="0">
                  <a:moveTo>
                    <a:pt x="464" y="1"/>
                  </a:moveTo>
                  <a:lnTo>
                    <a:pt x="0" y="278"/>
                  </a:lnTo>
                  <a:lnTo>
                    <a:pt x="0" y="9989"/>
                  </a:lnTo>
                  <a:lnTo>
                    <a:pt x="464" y="9737"/>
                  </a:lnTo>
                  <a:lnTo>
                    <a:pt x="46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3" name="Google Shape;493;p37"/>
            <p:cNvSpPr/>
            <p:nvPr/>
          </p:nvSpPr>
          <p:spPr>
            <a:xfrm>
              <a:off x="2638287" y="2728175"/>
              <a:ext cx="55308" cy="1187497"/>
            </a:xfrm>
            <a:custGeom>
              <a:avLst/>
              <a:gdLst/>
              <a:ahLst/>
              <a:cxnLst/>
              <a:rect l="l" t="t" r="r" b="b"/>
              <a:pathLst>
                <a:path w="465" h="9984" extrusionOk="0">
                  <a:moveTo>
                    <a:pt x="464" y="0"/>
                  </a:moveTo>
                  <a:lnTo>
                    <a:pt x="0" y="252"/>
                  </a:lnTo>
                  <a:lnTo>
                    <a:pt x="0" y="9983"/>
                  </a:lnTo>
                  <a:lnTo>
                    <a:pt x="464" y="9711"/>
                  </a:lnTo>
                  <a:lnTo>
                    <a:pt x="46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4" name="Google Shape;494;p37"/>
            <p:cNvSpPr/>
            <p:nvPr/>
          </p:nvSpPr>
          <p:spPr>
            <a:xfrm>
              <a:off x="2731180" y="2672866"/>
              <a:ext cx="54714" cy="1190589"/>
            </a:xfrm>
            <a:custGeom>
              <a:avLst/>
              <a:gdLst/>
              <a:ahLst/>
              <a:cxnLst/>
              <a:rect l="l" t="t" r="r" b="b"/>
              <a:pathLst>
                <a:path w="460" h="10010" extrusionOk="0">
                  <a:moveTo>
                    <a:pt x="460" y="1"/>
                  </a:moveTo>
                  <a:lnTo>
                    <a:pt x="1" y="273"/>
                  </a:lnTo>
                  <a:lnTo>
                    <a:pt x="1" y="10009"/>
                  </a:lnTo>
                  <a:lnTo>
                    <a:pt x="460" y="9732"/>
                  </a:lnTo>
                  <a:lnTo>
                    <a:pt x="460"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5" name="Google Shape;495;p37"/>
            <p:cNvSpPr/>
            <p:nvPr/>
          </p:nvSpPr>
          <p:spPr>
            <a:xfrm>
              <a:off x="1996241" y="2355528"/>
              <a:ext cx="832360" cy="480042"/>
            </a:xfrm>
            <a:custGeom>
              <a:avLst/>
              <a:gdLst/>
              <a:ahLst/>
              <a:cxnLst/>
              <a:rect l="l" t="t" r="r" b="b"/>
              <a:pathLst>
                <a:path w="6998" h="4036" extrusionOk="0">
                  <a:moveTo>
                    <a:pt x="3486" y="0"/>
                  </a:moveTo>
                  <a:lnTo>
                    <a:pt x="0" y="2018"/>
                  </a:lnTo>
                  <a:lnTo>
                    <a:pt x="3486" y="4036"/>
                  </a:lnTo>
                  <a:lnTo>
                    <a:pt x="6997" y="2018"/>
                  </a:lnTo>
                  <a:lnTo>
                    <a:pt x="3486" y="0"/>
                  </a:lnTo>
                  <a:close/>
                </a:path>
              </a:pathLst>
            </a:custGeom>
            <a:gradFill>
              <a:gsLst>
                <a:gs pos="0">
                  <a:srgbClr val="8C74F9"/>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6" name="Google Shape;496;p37"/>
            <p:cNvSpPr/>
            <p:nvPr/>
          </p:nvSpPr>
          <p:spPr>
            <a:xfrm>
              <a:off x="2341290" y="2685474"/>
              <a:ext cx="147013" cy="85399"/>
            </a:xfrm>
            <a:custGeom>
              <a:avLst/>
              <a:gdLst/>
              <a:ahLst/>
              <a:cxnLst/>
              <a:rect l="l" t="t" r="r" b="b"/>
              <a:pathLst>
                <a:path w="1236" h="718" extrusionOk="0">
                  <a:moveTo>
                    <a:pt x="605" y="1"/>
                  </a:moveTo>
                  <a:lnTo>
                    <a:pt x="0" y="359"/>
                  </a:lnTo>
                  <a:lnTo>
                    <a:pt x="605" y="717"/>
                  </a:lnTo>
                  <a:lnTo>
                    <a:pt x="1236" y="359"/>
                  </a:lnTo>
                  <a:lnTo>
                    <a:pt x="605" y="1"/>
                  </a:lnTo>
                  <a:close/>
                </a:path>
              </a:pathLst>
            </a:custGeom>
            <a:solidFill>
              <a:srgbClr val="AD95E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7" name="Google Shape;497;p37"/>
            <p:cNvSpPr/>
            <p:nvPr/>
          </p:nvSpPr>
          <p:spPr>
            <a:xfrm>
              <a:off x="2358655" y="2402867"/>
              <a:ext cx="109903" cy="62562"/>
            </a:xfrm>
            <a:custGeom>
              <a:avLst/>
              <a:gdLst/>
              <a:ahLst/>
              <a:cxnLst/>
              <a:rect l="l" t="t" r="r" b="b"/>
              <a:pathLst>
                <a:path w="924" h="526" extrusionOk="0">
                  <a:moveTo>
                    <a:pt x="459" y="1"/>
                  </a:moveTo>
                  <a:lnTo>
                    <a:pt x="0" y="253"/>
                  </a:lnTo>
                  <a:lnTo>
                    <a:pt x="459" y="526"/>
                  </a:lnTo>
                  <a:lnTo>
                    <a:pt x="923" y="253"/>
                  </a:lnTo>
                  <a:lnTo>
                    <a:pt x="459" y="1"/>
                  </a:lnTo>
                  <a:close/>
                </a:path>
              </a:pathLst>
            </a:custGeom>
            <a:solidFill>
              <a:srgbClr val="18017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8" name="Google Shape;498;p37"/>
            <p:cNvSpPr/>
            <p:nvPr/>
          </p:nvSpPr>
          <p:spPr>
            <a:xfrm>
              <a:off x="2358655" y="2432960"/>
              <a:ext cx="54714" cy="62444"/>
            </a:xfrm>
            <a:custGeom>
              <a:avLst/>
              <a:gdLst/>
              <a:ahLst/>
              <a:cxnLst/>
              <a:rect l="l" t="t" r="r" b="b"/>
              <a:pathLst>
                <a:path w="460" h="525" extrusionOk="0">
                  <a:moveTo>
                    <a:pt x="0" y="0"/>
                  </a:moveTo>
                  <a:lnTo>
                    <a:pt x="0" y="252"/>
                  </a:lnTo>
                  <a:lnTo>
                    <a:pt x="459" y="525"/>
                  </a:lnTo>
                  <a:lnTo>
                    <a:pt x="459" y="273"/>
                  </a:lnTo>
                  <a:lnTo>
                    <a:pt x="0" y="0"/>
                  </a:lnTo>
                  <a:close/>
                </a:path>
              </a:pathLst>
            </a:custGeom>
            <a:solidFill>
              <a:srgbClr val="18017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9" name="Google Shape;499;p37"/>
            <p:cNvSpPr/>
            <p:nvPr/>
          </p:nvSpPr>
          <p:spPr>
            <a:xfrm>
              <a:off x="2413250" y="2432960"/>
              <a:ext cx="55308" cy="62444"/>
            </a:xfrm>
            <a:custGeom>
              <a:avLst/>
              <a:gdLst/>
              <a:ahLst/>
              <a:cxnLst/>
              <a:rect l="l" t="t" r="r" b="b"/>
              <a:pathLst>
                <a:path w="465" h="525" extrusionOk="0">
                  <a:moveTo>
                    <a:pt x="464" y="0"/>
                  </a:moveTo>
                  <a:lnTo>
                    <a:pt x="0" y="273"/>
                  </a:lnTo>
                  <a:lnTo>
                    <a:pt x="0" y="525"/>
                  </a:lnTo>
                  <a:lnTo>
                    <a:pt x="464" y="252"/>
                  </a:lnTo>
                  <a:lnTo>
                    <a:pt x="464" y="0"/>
                  </a:lnTo>
                  <a:close/>
                </a:path>
              </a:pathLst>
            </a:custGeom>
            <a:solidFill>
              <a:srgbClr val="1501A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0" name="Google Shape;500;p37"/>
            <p:cNvSpPr/>
            <p:nvPr/>
          </p:nvSpPr>
          <p:spPr>
            <a:xfrm>
              <a:off x="2283603" y="2445568"/>
              <a:ext cx="109903" cy="62444"/>
            </a:xfrm>
            <a:custGeom>
              <a:avLst/>
              <a:gdLst/>
              <a:ahLst/>
              <a:cxnLst/>
              <a:rect l="l" t="t" r="r" b="b"/>
              <a:pathLst>
                <a:path w="924" h="525" extrusionOk="0">
                  <a:moveTo>
                    <a:pt x="460" y="0"/>
                  </a:moveTo>
                  <a:lnTo>
                    <a:pt x="1" y="252"/>
                  </a:lnTo>
                  <a:lnTo>
                    <a:pt x="460" y="525"/>
                  </a:lnTo>
                  <a:lnTo>
                    <a:pt x="924" y="252"/>
                  </a:lnTo>
                  <a:lnTo>
                    <a:pt x="460" y="0"/>
                  </a:lnTo>
                  <a:close/>
                </a:path>
              </a:pathLst>
            </a:custGeom>
            <a:solidFill>
              <a:srgbClr val="18017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1" name="Google Shape;501;p37"/>
            <p:cNvSpPr/>
            <p:nvPr/>
          </p:nvSpPr>
          <p:spPr>
            <a:xfrm>
              <a:off x="2283603" y="2475541"/>
              <a:ext cx="54714" cy="62444"/>
            </a:xfrm>
            <a:custGeom>
              <a:avLst/>
              <a:gdLst/>
              <a:ahLst/>
              <a:cxnLst/>
              <a:rect l="l" t="t" r="r" b="b"/>
              <a:pathLst>
                <a:path w="460" h="525" extrusionOk="0">
                  <a:moveTo>
                    <a:pt x="1" y="0"/>
                  </a:moveTo>
                  <a:lnTo>
                    <a:pt x="1" y="253"/>
                  </a:lnTo>
                  <a:lnTo>
                    <a:pt x="460" y="525"/>
                  </a:lnTo>
                  <a:lnTo>
                    <a:pt x="460" y="273"/>
                  </a:lnTo>
                  <a:lnTo>
                    <a:pt x="1" y="0"/>
                  </a:lnTo>
                  <a:close/>
                </a:path>
              </a:pathLst>
            </a:custGeom>
            <a:solidFill>
              <a:srgbClr val="18017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2" name="Google Shape;502;p37"/>
            <p:cNvSpPr/>
            <p:nvPr/>
          </p:nvSpPr>
          <p:spPr>
            <a:xfrm>
              <a:off x="2338198" y="2475541"/>
              <a:ext cx="55308" cy="62444"/>
            </a:xfrm>
            <a:custGeom>
              <a:avLst/>
              <a:gdLst/>
              <a:ahLst/>
              <a:cxnLst/>
              <a:rect l="l" t="t" r="r" b="b"/>
              <a:pathLst>
                <a:path w="465" h="525" extrusionOk="0">
                  <a:moveTo>
                    <a:pt x="465" y="0"/>
                  </a:moveTo>
                  <a:lnTo>
                    <a:pt x="1" y="273"/>
                  </a:lnTo>
                  <a:lnTo>
                    <a:pt x="1" y="525"/>
                  </a:lnTo>
                  <a:lnTo>
                    <a:pt x="465" y="253"/>
                  </a:lnTo>
                  <a:lnTo>
                    <a:pt x="465" y="0"/>
                  </a:lnTo>
                  <a:close/>
                </a:path>
              </a:pathLst>
            </a:custGeom>
            <a:solidFill>
              <a:srgbClr val="1501A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3" name="Google Shape;503;p37"/>
            <p:cNvSpPr/>
            <p:nvPr/>
          </p:nvSpPr>
          <p:spPr>
            <a:xfrm>
              <a:off x="2208670" y="2488149"/>
              <a:ext cx="109903" cy="62444"/>
            </a:xfrm>
            <a:custGeom>
              <a:avLst/>
              <a:gdLst/>
              <a:ahLst/>
              <a:cxnLst/>
              <a:rect l="l" t="t" r="r" b="b"/>
              <a:pathLst>
                <a:path w="924" h="525" extrusionOk="0">
                  <a:moveTo>
                    <a:pt x="459" y="0"/>
                  </a:moveTo>
                  <a:lnTo>
                    <a:pt x="0" y="273"/>
                  </a:lnTo>
                  <a:lnTo>
                    <a:pt x="459" y="525"/>
                  </a:lnTo>
                  <a:lnTo>
                    <a:pt x="923" y="273"/>
                  </a:lnTo>
                  <a:lnTo>
                    <a:pt x="459" y="0"/>
                  </a:lnTo>
                  <a:close/>
                </a:path>
              </a:pathLst>
            </a:custGeom>
            <a:solidFill>
              <a:srgbClr val="18017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4" name="Google Shape;504;p37"/>
            <p:cNvSpPr/>
            <p:nvPr/>
          </p:nvSpPr>
          <p:spPr>
            <a:xfrm>
              <a:off x="2208670" y="2520501"/>
              <a:ext cx="54714" cy="60184"/>
            </a:xfrm>
            <a:custGeom>
              <a:avLst/>
              <a:gdLst/>
              <a:ahLst/>
              <a:cxnLst/>
              <a:rect l="l" t="t" r="r" b="b"/>
              <a:pathLst>
                <a:path w="460" h="506" extrusionOk="0">
                  <a:moveTo>
                    <a:pt x="0" y="1"/>
                  </a:moveTo>
                  <a:lnTo>
                    <a:pt x="0" y="233"/>
                  </a:lnTo>
                  <a:lnTo>
                    <a:pt x="459" y="505"/>
                  </a:lnTo>
                  <a:lnTo>
                    <a:pt x="459" y="253"/>
                  </a:lnTo>
                  <a:lnTo>
                    <a:pt x="0" y="1"/>
                  </a:lnTo>
                  <a:close/>
                </a:path>
              </a:pathLst>
            </a:custGeom>
            <a:solidFill>
              <a:srgbClr val="18017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5" name="Google Shape;505;p37"/>
            <p:cNvSpPr/>
            <p:nvPr/>
          </p:nvSpPr>
          <p:spPr>
            <a:xfrm>
              <a:off x="2263264" y="2520501"/>
              <a:ext cx="55308" cy="60184"/>
            </a:xfrm>
            <a:custGeom>
              <a:avLst/>
              <a:gdLst/>
              <a:ahLst/>
              <a:cxnLst/>
              <a:rect l="l" t="t" r="r" b="b"/>
              <a:pathLst>
                <a:path w="465" h="506" extrusionOk="0">
                  <a:moveTo>
                    <a:pt x="464" y="1"/>
                  </a:moveTo>
                  <a:lnTo>
                    <a:pt x="0" y="253"/>
                  </a:lnTo>
                  <a:lnTo>
                    <a:pt x="0" y="505"/>
                  </a:lnTo>
                  <a:lnTo>
                    <a:pt x="464" y="233"/>
                  </a:lnTo>
                  <a:lnTo>
                    <a:pt x="464" y="1"/>
                  </a:lnTo>
                  <a:close/>
                </a:path>
              </a:pathLst>
            </a:custGeom>
            <a:solidFill>
              <a:srgbClr val="1501A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6" name="Google Shape;506;p37"/>
            <p:cNvSpPr/>
            <p:nvPr/>
          </p:nvSpPr>
          <p:spPr>
            <a:xfrm>
              <a:off x="1996241" y="1604225"/>
              <a:ext cx="832360" cy="1232575"/>
            </a:xfrm>
            <a:custGeom>
              <a:avLst/>
              <a:gdLst/>
              <a:ahLst/>
              <a:cxnLst/>
              <a:rect l="l" t="t" r="r" b="b"/>
              <a:pathLst>
                <a:path w="6998" h="10363" extrusionOk="0">
                  <a:moveTo>
                    <a:pt x="3486" y="1"/>
                  </a:moveTo>
                  <a:lnTo>
                    <a:pt x="0" y="2039"/>
                  </a:lnTo>
                  <a:lnTo>
                    <a:pt x="0" y="8345"/>
                  </a:lnTo>
                  <a:lnTo>
                    <a:pt x="3486" y="10362"/>
                  </a:lnTo>
                  <a:lnTo>
                    <a:pt x="6997" y="8324"/>
                  </a:lnTo>
                  <a:lnTo>
                    <a:pt x="6997" y="2019"/>
                  </a:lnTo>
                  <a:lnTo>
                    <a:pt x="3486" y="1"/>
                  </a:lnTo>
                  <a:close/>
                </a:path>
              </a:pathLst>
            </a:custGeom>
            <a:gradFill>
              <a:gsLst>
                <a:gs pos="0">
                  <a:srgbClr val="4CEEFD">
                    <a:alpha val="36160"/>
                  </a:srgb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7" name="Google Shape;507;p37"/>
            <p:cNvSpPr/>
            <p:nvPr/>
          </p:nvSpPr>
          <p:spPr>
            <a:xfrm>
              <a:off x="1090574" y="3355714"/>
              <a:ext cx="414752" cy="1072363"/>
            </a:xfrm>
            <a:custGeom>
              <a:avLst/>
              <a:gdLst/>
              <a:ahLst/>
              <a:cxnLst/>
              <a:rect l="l" t="t" r="r" b="b"/>
              <a:pathLst>
                <a:path w="3487" h="9016" extrusionOk="0">
                  <a:moveTo>
                    <a:pt x="1" y="1"/>
                  </a:moveTo>
                  <a:lnTo>
                    <a:pt x="1" y="6977"/>
                  </a:lnTo>
                  <a:lnTo>
                    <a:pt x="3486" y="9015"/>
                  </a:lnTo>
                  <a:lnTo>
                    <a:pt x="3486" y="2018"/>
                  </a:lnTo>
                  <a:lnTo>
                    <a:pt x="1" y="1"/>
                  </a:lnTo>
                  <a:close/>
                </a:path>
              </a:pathLst>
            </a:custGeom>
            <a:gradFill>
              <a:gsLst>
                <a:gs pos="0">
                  <a:srgbClr val="B0A1FB"/>
                </a:gs>
                <a:gs pos="50000">
                  <a:srgbClr val="AD95E6"/>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8" name="Google Shape;508;p37"/>
            <p:cNvSpPr/>
            <p:nvPr/>
          </p:nvSpPr>
          <p:spPr>
            <a:xfrm>
              <a:off x="1090574" y="3388067"/>
              <a:ext cx="414752" cy="292355"/>
            </a:xfrm>
            <a:custGeom>
              <a:avLst/>
              <a:gdLst/>
              <a:ahLst/>
              <a:cxnLst/>
              <a:rect l="l" t="t" r="r" b="b"/>
              <a:pathLst>
                <a:path w="3487" h="2458" extrusionOk="0">
                  <a:moveTo>
                    <a:pt x="1" y="1"/>
                  </a:moveTo>
                  <a:lnTo>
                    <a:pt x="1" y="440"/>
                  </a:lnTo>
                  <a:lnTo>
                    <a:pt x="3486" y="2458"/>
                  </a:lnTo>
                  <a:lnTo>
                    <a:pt x="3486" y="2019"/>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9" name="Google Shape;509;p37"/>
            <p:cNvSpPr/>
            <p:nvPr/>
          </p:nvSpPr>
          <p:spPr>
            <a:xfrm>
              <a:off x="1090574" y="3505701"/>
              <a:ext cx="414752" cy="292355"/>
            </a:xfrm>
            <a:custGeom>
              <a:avLst/>
              <a:gdLst/>
              <a:ahLst/>
              <a:cxnLst/>
              <a:rect l="l" t="t" r="r" b="b"/>
              <a:pathLst>
                <a:path w="3487" h="2458" extrusionOk="0">
                  <a:moveTo>
                    <a:pt x="1" y="1"/>
                  </a:moveTo>
                  <a:lnTo>
                    <a:pt x="1" y="440"/>
                  </a:lnTo>
                  <a:lnTo>
                    <a:pt x="3486" y="2457"/>
                  </a:lnTo>
                  <a:lnTo>
                    <a:pt x="3486" y="2018"/>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0" name="Google Shape;510;p37"/>
            <p:cNvSpPr/>
            <p:nvPr/>
          </p:nvSpPr>
          <p:spPr>
            <a:xfrm>
              <a:off x="1090574" y="3623335"/>
              <a:ext cx="414752" cy="292355"/>
            </a:xfrm>
            <a:custGeom>
              <a:avLst/>
              <a:gdLst/>
              <a:ahLst/>
              <a:cxnLst/>
              <a:rect l="l" t="t" r="r" b="b"/>
              <a:pathLst>
                <a:path w="3487" h="2458" extrusionOk="0">
                  <a:moveTo>
                    <a:pt x="1" y="0"/>
                  </a:moveTo>
                  <a:lnTo>
                    <a:pt x="1" y="439"/>
                  </a:lnTo>
                  <a:lnTo>
                    <a:pt x="3486" y="2457"/>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1" name="Google Shape;511;p37"/>
            <p:cNvSpPr/>
            <p:nvPr/>
          </p:nvSpPr>
          <p:spPr>
            <a:xfrm>
              <a:off x="1090574" y="3740374"/>
              <a:ext cx="414752" cy="292830"/>
            </a:xfrm>
            <a:custGeom>
              <a:avLst/>
              <a:gdLst/>
              <a:ahLst/>
              <a:cxnLst/>
              <a:rect l="l" t="t" r="r" b="b"/>
              <a:pathLst>
                <a:path w="3487" h="2462" extrusionOk="0">
                  <a:moveTo>
                    <a:pt x="1" y="0"/>
                  </a:moveTo>
                  <a:lnTo>
                    <a:pt x="1" y="444"/>
                  </a:lnTo>
                  <a:lnTo>
                    <a:pt x="3486" y="2462"/>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2" name="Google Shape;512;p37"/>
            <p:cNvSpPr/>
            <p:nvPr/>
          </p:nvSpPr>
          <p:spPr>
            <a:xfrm>
              <a:off x="1090574" y="3857889"/>
              <a:ext cx="414752" cy="292949"/>
            </a:xfrm>
            <a:custGeom>
              <a:avLst/>
              <a:gdLst/>
              <a:ahLst/>
              <a:cxnLst/>
              <a:rect l="l" t="t" r="r" b="b"/>
              <a:pathLst>
                <a:path w="3487" h="2463" extrusionOk="0">
                  <a:moveTo>
                    <a:pt x="1" y="1"/>
                  </a:moveTo>
                  <a:lnTo>
                    <a:pt x="1" y="445"/>
                  </a:lnTo>
                  <a:lnTo>
                    <a:pt x="3486" y="2462"/>
                  </a:lnTo>
                  <a:lnTo>
                    <a:pt x="3486" y="2019"/>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3" name="Google Shape;513;p37"/>
            <p:cNvSpPr/>
            <p:nvPr/>
          </p:nvSpPr>
          <p:spPr>
            <a:xfrm>
              <a:off x="1090574" y="3975523"/>
              <a:ext cx="414752" cy="292949"/>
            </a:xfrm>
            <a:custGeom>
              <a:avLst/>
              <a:gdLst/>
              <a:ahLst/>
              <a:cxnLst/>
              <a:rect l="l" t="t" r="r" b="b"/>
              <a:pathLst>
                <a:path w="3487" h="2463" extrusionOk="0">
                  <a:moveTo>
                    <a:pt x="1" y="0"/>
                  </a:moveTo>
                  <a:lnTo>
                    <a:pt x="1" y="444"/>
                  </a:lnTo>
                  <a:lnTo>
                    <a:pt x="3486" y="2462"/>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4" name="Google Shape;514;p37"/>
            <p:cNvSpPr/>
            <p:nvPr/>
          </p:nvSpPr>
          <p:spPr>
            <a:xfrm>
              <a:off x="1090574" y="4093157"/>
              <a:ext cx="414752" cy="292236"/>
            </a:xfrm>
            <a:custGeom>
              <a:avLst/>
              <a:gdLst/>
              <a:ahLst/>
              <a:cxnLst/>
              <a:rect l="l" t="t" r="r" b="b"/>
              <a:pathLst>
                <a:path w="3487" h="2457" extrusionOk="0">
                  <a:moveTo>
                    <a:pt x="1" y="0"/>
                  </a:moveTo>
                  <a:lnTo>
                    <a:pt x="1" y="439"/>
                  </a:lnTo>
                  <a:lnTo>
                    <a:pt x="3486" y="2457"/>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5" name="Google Shape;515;p37"/>
            <p:cNvSpPr/>
            <p:nvPr/>
          </p:nvSpPr>
          <p:spPr>
            <a:xfrm>
              <a:off x="1505204" y="3450511"/>
              <a:ext cx="252634" cy="977568"/>
            </a:xfrm>
            <a:custGeom>
              <a:avLst/>
              <a:gdLst/>
              <a:ahLst/>
              <a:cxnLst/>
              <a:rect l="l" t="t" r="r" b="b"/>
              <a:pathLst>
                <a:path w="2124" h="8219" extrusionOk="0">
                  <a:moveTo>
                    <a:pt x="2124" y="1"/>
                  </a:moveTo>
                  <a:lnTo>
                    <a:pt x="0" y="1221"/>
                  </a:lnTo>
                  <a:lnTo>
                    <a:pt x="0" y="8218"/>
                  </a:lnTo>
                  <a:lnTo>
                    <a:pt x="2124" y="6977"/>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6" name="Google Shape;516;p37"/>
            <p:cNvSpPr/>
            <p:nvPr/>
          </p:nvSpPr>
          <p:spPr>
            <a:xfrm>
              <a:off x="1505204" y="3482864"/>
              <a:ext cx="252634" cy="197559"/>
            </a:xfrm>
            <a:custGeom>
              <a:avLst/>
              <a:gdLst/>
              <a:ahLst/>
              <a:cxnLst/>
              <a:rect l="l" t="t" r="r" b="b"/>
              <a:pathLst>
                <a:path w="2124" h="1661" extrusionOk="0">
                  <a:moveTo>
                    <a:pt x="2124" y="1"/>
                  </a:moveTo>
                  <a:lnTo>
                    <a:pt x="0" y="1222"/>
                  </a:lnTo>
                  <a:lnTo>
                    <a:pt x="0" y="1661"/>
                  </a:lnTo>
                  <a:lnTo>
                    <a:pt x="2124" y="445"/>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7" name="Google Shape;517;p37"/>
            <p:cNvSpPr/>
            <p:nvPr/>
          </p:nvSpPr>
          <p:spPr>
            <a:xfrm>
              <a:off x="1505204" y="3600498"/>
              <a:ext cx="252634" cy="197559"/>
            </a:xfrm>
            <a:custGeom>
              <a:avLst/>
              <a:gdLst/>
              <a:ahLst/>
              <a:cxnLst/>
              <a:rect l="l" t="t" r="r" b="b"/>
              <a:pathLst>
                <a:path w="2124" h="1661" extrusionOk="0">
                  <a:moveTo>
                    <a:pt x="2124" y="1"/>
                  </a:moveTo>
                  <a:lnTo>
                    <a:pt x="0" y="1221"/>
                  </a:lnTo>
                  <a:lnTo>
                    <a:pt x="0" y="1660"/>
                  </a:lnTo>
                  <a:lnTo>
                    <a:pt x="2124" y="445"/>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8" name="Google Shape;518;p37"/>
            <p:cNvSpPr/>
            <p:nvPr/>
          </p:nvSpPr>
          <p:spPr>
            <a:xfrm>
              <a:off x="1505204" y="3718132"/>
              <a:ext cx="252634" cy="197559"/>
            </a:xfrm>
            <a:custGeom>
              <a:avLst/>
              <a:gdLst/>
              <a:ahLst/>
              <a:cxnLst/>
              <a:rect l="l" t="t" r="r" b="b"/>
              <a:pathLst>
                <a:path w="2124" h="1661" extrusionOk="0">
                  <a:moveTo>
                    <a:pt x="2124" y="0"/>
                  </a:moveTo>
                  <a:lnTo>
                    <a:pt x="0" y="1221"/>
                  </a:lnTo>
                  <a:lnTo>
                    <a:pt x="0" y="1660"/>
                  </a:lnTo>
                  <a:lnTo>
                    <a:pt x="2124" y="439"/>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9" name="Google Shape;519;p37"/>
            <p:cNvSpPr/>
            <p:nvPr/>
          </p:nvSpPr>
          <p:spPr>
            <a:xfrm>
              <a:off x="1505204" y="3835766"/>
              <a:ext cx="252634" cy="197440"/>
            </a:xfrm>
            <a:custGeom>
              <a:avLst/>
              <a:gdLst/>
              <a:ahLst/>
              <a:cxnLst/>
              <a:rect l="l" t="t" r="r" b="b"/>
              <a:pathLst>
                <a:path w="2124" h="1660" extrusionOk="0">
                  <a:moveTo>
                    <a:pt x="2124" y="0"/>
                  </a:moveTo>
                  <a:lnTo>
                    <a:pt x="0" y="1216"/>
                  </a:lnTo>
                  <a:lnTo>
                    <a:pt x="0" y="1660"/>
                  </a:lnTo>
                  <a:lnTo>
                    <a:pt x="2124" y="439"/>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0" name="Google Shape;520;p37"/>
            <p:cNvSpPr/>
            <p:nvPr/>
          </p:nvSpPr>
          <p:spPr>
            <a:xfrm>
              <a:off x="1505204" y="3953281"/>
              <a:ext cx="252634" cy="197559"/>
            </a:xfrm>
            <a:custGeom>
              <a:avLst/>
              <a:gdLst/>
              <a:ahLst/>
              <a:cxnLst/>
              <a:rect l="l" t="t" r="r" b="b"/>
              <a:pathLst>
                <a:path w="2124" h="1661" extrusionOk="0">
                  <a:moveTo>
                    <a:pt x="2124" y="1"/>
                  </a:moveTo>
                  <a:lnTo>
                    <a:pt x="0" y="1217"/>
                  </a:lnTo>
                  <a:lnTo>
                    <a:pt x="0" y="1660"/>
                  </a:lnTo>
                  <a:lnTo>
                    <a:pt x="2124" y="440"/>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1" name="Google Shape;521;p37"/>
            <p:cNvSpPr/>
            <p:nvPr/>
          </p:nvSpPr>
          <p:spPr>
            <a:xfrm>
              <a:off x="1505204" y="4070320"/>
              <a:ext cx="252634" cy="198154"/>
            </a:xfrm>
            <a:custGeom>
              <a:avLst/>
              <a:gdLst/>
              <a:ahLst/>
              <a:cxnLst/>
              <a:rect l="l" t="t" r="r" b="b"/>
              <a:pathLst>
                <a:path w="2124" h="1666" extrusionOk="0">
                  <a:moveTo>
                    <a:pt x="2124" y="1"/>
                  </a:moveTo>
                  <a:lnTo>
                    <a:pt x="0" y="1221"/>
                  </a:lnTo>
                  <a:lnTo>
                    <a:pt x="0" y="1665"/>
                  </a:lnTo>
                  <a:lnTo>
                    <a:pt x="2124" y="444"/>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2" name="Google Shape;522;p37"/>
            <p:cNvSpPr/>
            <p:nvPr/>
          </p:nvSpPr>
          <p:spPr>
            <a:xfrm>
              <a:off x="1505204" y="4187954"/>
              <a:ext cx="252634" cy="197440"/>
            </a:xfrm>
            <a:custGeom>
              <a:avLst/>
              <a:gdLst/>
              <a:ahLst/>
              <a:cxnLst/>
              <a:rect l="l" t="t" r="r" b="b"/>
              <a:pathLst>
                <a:path w="2124" h="1660" extrusionOk="0">
                  <a:moveTo>
                    <a:pt x="2124" y="0"/>
                  </a:moveTo>
                  <a:lnTo>
                    <a:pt x="0" y="1221"/>
                  </a:lnTo>
                  <a:lnTo>
                    <a:pt x="0" y="1660"/>
                  </a:lnTo>
                  <a:lnTo>
                    <a:pt x="2124" y="444"/>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3" name="Google Shape;523;p37"/>
            <p:cNvSpPr/>
            <p:nvPr/>
          </p:nvSpPr>
          <p:spPr>
            <a:xfrm>
              <a:off x="1090574" y="3210486"/>
              <a:ext cx="667267" cy="385366"/>
            </a:xfrm>
            <a:custGeom>
              <a:avLst/>
              <a:gdLst/>
              <a:ahLst/>
              <a:cxnLst/>
              <a:rect l="l" t="t" r="r" b="b"/>
              <a:pathLst>
                <a:path w="5610" h="3240" extrusionOk="0">
                  <a:moveTo>
                    <a:pt x="2119" y="1"/>
                  </a:moveTo>
                  <a:lnTo>
                    <a:pt x="1" y="1222"/>
                  </a:lnTo>
                  <a:lnTo>
                    <a:pt x="3486" y="3239"/>
                  </a:lnTo>
                  <a:lnTo>
                    <a:pt x="5610" y="2019"/>
                  </a:lnTo>
                  <a:lnTo>
                    <a:pt x="2119" y="1"/>
                  </a:lnTo>
                  <a:close/>
                </a:path>
              </a:pathLst>
            </a:custGeom>
            <a:gradFill>
              <a:gsLst>
                <a:gs pos="0">
                  <a:srgbClr val="8C74F9"/>
                </a:gs>
                <a:gs pos="100000">
                  <a:srgbClr val="1501A9"/>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4" name="Google Shape;524;p37"/>
            <p:cNvSpPr/>
            <p:nvPr/>
          </p:nvSpPr>
          <p:spPr>
            <a:xfrm>
              <a:off x="1175141" y="3308375"/>
              <a:ext cx="167590" cy="97293"/>
            </a:xfrm>
            <a:custGeom>
              <a:avLst/>
              <a:gdLst/>
              <a:ahLst/>
              <a:cxnLst/>
              <a:rect l="l" t="t" r="r" b="b"/>
              <a:pathLst>
                <a:path w="1409" h="818" extrusionOk="0">
                  <a:moveTo>
                    <a:pt x="717" y="0"/>
                  </a:moveTo>
                  <a:lnTo>
                    <a:pt x="1" y="419"/>
                  </a:lnTo>
                  <a:lnTo>
                    <a:pt x="717" y="817"/>
                  </a:lnTo>
                  <a:lnTo>
                    <a:pt x="1408" y="419"/>
                  </a:lnTo>
                  <a:lnTo>
                    <a:pt x="717" y="0"/>
                  </a:lnTo>
                  <a:close/>
                </a:path>
              </a:pathLst>
            </a:custGeom>
            <a:gradFill>
              <a:gsLst>
                <a:gs pos="0">
                  <a:srgbClr val="1501A9"/>
                </a:gs>
                <a:gs pos="100000">
                  <a:srgbClr val="17163E"/>
                </a:gs>
              </a:gsLst>
              <a:lin ang="16200038"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5" name="Google Shape;525;p37"/>
            <p:cNvSpPr/>
            <p:nvPr/>
          </p:nvSpPr>
          <p:spPr>
            <a:xfrm>
              <a:off x="1472733" y="3405075"/>
              <a:ext cx="162713" cy="86232"/>
            </a:xfrm>
            <a:custGeom>
              <a:avLst/>
              <a:gdLst/>
              <a:ahLst/>
              <a:cxnLst/>
              <a:rect l="l" t="t" r="r" b="b"/>
              <a:pathLst>
                <a:path w="1368" h="725" extrusionOk="0">
                  <a:moveTo>
                    <a:pt x="687" y="0"/>
                  </a:moveTo>
                  <a:cubicBezTo>
                    <a:pt x="527" y="0"/>
                    <a:pt x="369" y="37"/>
                    <a:pt x="253" y="110"/>
                  </a:cubicBezTo>
                  <a:cubicBezTo>
                    <a:pt x="1" y="236"/>
                    <a:pt x="1" y="468"/>
                    <a:pt x="253" y="615"/>
                  </a:cubicBezTo>
                  <a:cubicBezTo>
                    <a:pt x="369" y="688"/>
                    <a:pt x="527" y="724"/>
                    <a:pt x="687" y="724"/>
                  </a:cubicBezTo>
                  <a:cubicBezTo>
                    <a:pt x="847" y="724"/>
                    <a:pt x="1010" y="688"/>
                    <a:pt x="1136" y="615"/>
                  </a:cubicBezTo>
                  <a:cubicBezTo>
                    <a:pt x="1368" y="468"/>
                    <a:pt x="1368" y="236"/>
                    <a:pt x="1136" y="110"/>
                  </a:cubicBezTo>
                  <a:cubicBezTo>
                    <a:pt x="1010" y="37"/>
                    <a:pt x="847" y="0"/>
                    <a:pt x="687" y="0"/>
                  </a:cubicBezTo>
                  <a:close/>
                </a:path>
              </a:pathLst>
            </a:custGeom>
            <a:gradFill>
              <a:gsLst>
                <a:gs pos="0">
                  <a:srgbClr val="1501A9"/>
                </a:gs>
                <a:gs pos="100000">
                  <a:srgbClr val="17163E"/>
                </a:gs>
              </a:gsLst>
              <a:lin ang="16200038"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6" name="Google Shape;526;p37"/>
            <p:cNvSpPr/>
            <p:nvPr/>
          </p:nvSpPr>
          <p:spPr>
            <a:xfrm>
              <a:off x="1090574" y="2456923"/>
              <a:ext cx="667267" cy="1137066"/>
            </a:xfrm>
            <a:custGeom>
              <a:avLst/>
              <a:gdLst/>
              <a:ahLst/>
              <a:cxnLst/>
              <a:rect l="l" t="t" r="r" b="b"/>
              <a:pathLst>
                <a:path w="5610" h="9560" extrusionOk="0">
                  <a:moveTo>
                    <a:pt x="2119" y="0"/>
                  </a:moveTo>
                  <a:lnTo>
                    <a:pt x="1" y="1216"/>
                  </a:lnTo>
                  <a:lnTo>
                    <a:pt x="1" y="7542"/>
                  </a:lnTo>
                  <a:lnTo>
                    <a:pt x="3486" y="9559"/>
                  </a:lnTo>
                  <a:lnTo>
                    <a:pt x="5610" y="8344"/>
                  </a:lnTo>
                  <a:lnTo>
                    <a:pt x="5610" y="2018"/>
                  </a:lnTo>
                  <a:lnTo>
                    <a:pt x="2119" y="0"/>
                  </a:lnTo>
                  <a:close/>
                </a:path>
              </a:pathLst>
            </a:custGeom>
            <a:gradFill>
              <a:gsLst>
                <a:gs pos="0">
                  <a:srgbClr val="4CEEFD">
                    <a:alpha val="36160"/>
                  </a:srgb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5" name="Title 4">
            <a:extLst>
              <a:ext uri="{FF2B5EF4-FFF2-40B4-BE49-F238E27FC236}">
                <a16:creationId xmlns:a16="http://schemas.microsoft.com/office/drawing/2014/main" id="{62D87066-FF5E-6947-4330-990751FE77A1}"/>
              </a:ext>
            </a:extLst>
          </p:cNvPr>
          <p:cNvSpPr>
            <a:spLocks noGrp="1"/>
          </p:cNvSpPr>
          <p:nvPr>
            <p:ph type="title" idx="14"/>
          </p:nvPr>
        </p:nvSpPr>
        <p:spPr>
          <a:xfrm>
            <a:off x="4330920" y="4255356"/>
            <a:ext cx="4102500" cy="439500"/>
          </a:xfrm>
        </p:spPr>
        <p:txBody>
          <a:bodyPr/>
          <a:lstStyle/>
          <a:p>
            <a:r>
              <a:rPr lang="en-US" dirty="0"/>
              <a:t>Đề xuất </a:t>
            </a:r>
            <a:r>
              <a:rPr lang="en-US"/>
              <a:t>giải pháp</a:t>
            </a:r>
            <a:endParaRPr lang="en-US" dirty="0"/>
          </a:p>
        </p:txBody>
      </p:sp>
    </p:spTree>
    <p:extLst>
      <p:ext uri="{BB962C8B-B14F-4D97-AF65-F5344CB8AC3E}">
        <p14:creationId xmlns:p14="http://schemas.microsoft.com/office/powerpoint/2010/main" val="3900851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grpSp>
        <p:nvGrpSpPr>
          <p:cNvPr id="561" name="Google Shape;561;p38"/>
          <p:cNvGrpSpPr/>
          <p:nvPr/>
        </p:nvGrpSpPr>
        <p:grpSpPr>
          <a:xfrm>
            <a:off x="914506" y="2043476"/>
            <a:ext cx="2333578" cy="1563325"/>
            <a:chOff x="914506" y="2297214"/>
            <a:chExt cx="2333578" cy="1563325"/>
          </a:xfrm>
        </p:grpSpPr>
        <p:sp>
          <p:nvSpPr>
            <p:cNvPr id="562" name="Google Shape;562;p38"/>
            <p:cNvSpPr/>
            <p:nvPr/>
          </p:nvSpPr>
          <p:spPr>
            <a:xfrm>
              <a:off x="2467975" y="2297214"/>
              <a:ext cx="665076" cy="1368457"/>
            </a:xfrm>
            <a:custGeom>
              <a:avLst/>
              <a:gdLst/>
              <a:ahLst/>
              <a:cxnLst/>
              <a:rect l="l" t="t" r="r" b="b"/>
              <a:pathLst>
                <a:path w="6181" h="12718" extrusionOk="0">
                  <a:moveTo>
                    <a:pt x="6180" y="0"/>
                  </a:moveTo>
                  <a:cubicBezTo>
                    <a:pt x="6155" y="1161"/>
                    <a:pt x="5398" y="2336"/>
                    <a:pt x="3865" y="3219"/>
                  </a:cubicBezTo>
                  <a:cubicBezTo>
                    <a:pt x="2775" y="3849"/>
                    <a:pt x="1428" y="4268"/>
                    <a:pt x="1" y="4440"/>
                  </a:cubicBezTo>
                  <a:lnTo>
                    <a:pt x="1" y="12718"/>
                  </a:lnTo>
                  <a:cubicBezTo>
                    <a:pt x="1408" y="12531"/>
                    <a:pt x="2750" y="12132"/>
                    <a:pt x="3845" y="11477"/>
                  </a:cubicBezTo>
                  <a:cubicBezTo>
                    <a:pt x="5378" y="10594"/>
                    <a:pt x="6135" y="9439"/>
                    <a:pt x="6135" y="8263"/>
                  </a:cubicBezTo>
                  <a:lnTo>
                    <a:pt x="6180" y="0"/>
                  </a:lnTo>
                  <a:close/>
                </a:path>
              </a:pathLst>
            </a:custGeom>
            <a:solidFill>
              <a:srgbClr val="8F79F9">
                <a:alpha val="2678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8"/>
            <p:cNvSpPr/>
            <p:nvPr/>
          </p:nvSpPr>
          <p:spPr>
            <a:xfrm>
              <a:off x="2745915" y="2652734"/>
              <a:ext cx="502169" cy="1031454"/>
            </a:xfrm>
            <a:custGeom>
              <a:avLst/>
              <a:gdLst/>
              <a:ahLst/>
              <a:cxnLst/>
              <a:rect l="l" t="t" r="r" b="b"/>
              <a:pathLst>
                <a:path w="4667" h="9586" extrusionOk="0">
                  <a:moveTo>
                    <a:pt x="4667" y="1"/>
                  </a:moveTo>
                  <a:lnTo>
                    <a:pt x="4667" y="13"/>
                  </a:lnTo>
                  <a:lnTo>
                    <a:pt x="4667" y="13"/>
                  </a:lnTo>
                  <a:cubicBezTo>
                    <a:pt x="4667" y="9"/>
                    <a:pt x="4667" y="5"/>
                    <a:pt x="4667" y="1"/>
                  </a:cubicBezTo>
                  <a:close/>
                  <a:moveTo>
                    <a:pt x="4667" y="13"/>
                  </a:moveTo>
                  <a:cubicBezTo>
                    <a:pt x="4661" y="866"/>
                    <a:pt x="4071" y="1744"/>
                    <a:pt x="2941" y="2417"/>
                  </a:cubicBezTo>
                  <a:cubicBezTo>
                    <a:pt x="2104" y="2901"/>
                    <a:pt x="1075" y="3214"/>
                    <a:pt x="0" y="3340"/>
                  </a:cubicBezTo>
                  <a:lnTo>
                    <a:pt x="0" y="9585"/>
                  </a:lnTo>
                  <a:cubicBezTo>
                    <a:pt x="1075" y="9459"/>
                    <a:pt x="2084" y="9141"/>
                    <a:pt x="2921" y="8657"/>
                  </a:cubicBezTo>
                  <a:cubicBezTo>
                    <a:pt x="4076" y="7986"/>
                    <a:pt x="4646" y="7123"/>
                    <a:pt x="4646" y="6241"/>
                  </a:cubicBezTo>
                  <a:lnTo>
                    <a:pt x="4667" y="13"/>
                  </a:lnTo>
                  <a:close/>
                </a:path>
              </a:pathLst>
            </a:custGeom>
            <a:solidFill>
              <a:srgbClr val="FF248A">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8"/>
            <p:cNvSpPr/>
            <p:nvPr/>
          </p:nvSpPr>
          <p:spPr>
            <a:xfrm>
              <a:off x="1266798" y="2327020"/>
              <a:ext cx="769232" cy="1384274"/>
            </a:xfrm>
            <a:custGeom>
              <a:avLst/>
              <a:gdLst/>
              <a:ahLst/>
              <a:cxnLst/>
              <a:rect l="l" t="t" r="r" b="b"/>
              <a:pathLst>
                <a:path w="7149" h="12865" extrusionOk="0">
                  <a:moveTo>
                    <a:pt x="41" y="1"/>
                  </a:moveTo>
                  <a:lnTo>
                    <a:pt x="20" y="8279"/>
                  </a:lnTo>
                  <a:cubicBezTo>
                    <a:pt x="0" y="9459"/>
                    <a:pt x="777" y="10635"/>
                    <a:pt x="2356" y="11538"/>
                  </a:cubicBezTo>
                  <a:cubicBezTo>
                    <a:pt x="3678" y="12314"/>
                    <a:pt x="5383" y="12758"/>
                    <a:pt x="7148" y="12864"/>
                  </a:cubicBezTo>
                  <a:lnTo>
                    <a:pt x="7148" y="4581"/>
                  </a:lnTo>
                  <a:cubicBezTo>
                    <a:pt x="5403" y="4475"/>
                    <a:pt x="3698" y="4036"/>
                    <a:pt x="2376" y="3280"/>
                  </a:cubicBezTo>
                  <a:cubicBezTo>
                    <a:pt x="822" y="2372"/>
                    <a:pt x="41" y="1176"/>
                    <a:pt x="41" y="1"/>
                  </a:cubicBezTo>
                  <a:close/>
                </a:path>
              </a:pathLst>
            </a:custGeom>
            <a:solidFill>
              <a:srgbClr val="1501A9">
                <a:alpha val="468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8"/>
            <p:cNvSpPr/>
            <p:nvPr/>
          </p:nvSpPr>
          <p:spPr>
            <a:xfrm>
              <a:off x="914506" y="2476373"/>
              <a:ext cx="766542" cy="1384166"/>
            </a:xfrm>
            <a:custGeom>
              <a:avLst/>
              <a:gdLst/>
              <a:ahLst/>
              <a:cxnLst/>
              <a:rect l="l" t="t" r="r" b="b"/>
              <a:pathLst>
                <a:path w="7124" h="12864" extrusionOk="0">
                  <a:moveTo>
                    <a:pt x="21" y="0"/>
                  </a:moveTo>
                  <a:lnTo>
                    <a:pt x="1" y="8278"/>
                  </a:lnTo>
                  <a:cubicBezTo>
                    <a:pt x="1" y="9459"/>
                    <a:pt x="778" y="10634"/>
                    <a:pt x="2331" y="11537"/>
                  </a:cubicBezTo>
                  <a:cubicBezTo>
                    <a:pt x="3678" y="12314"/>
                    <a:pt x="5378" y="12758"/>
                    <a:pt x="7124" y="12864"/>
                  </a:cubicBezTo>
                  <a:lnTo>
                    <a:pt x="7124" y="4581"/>
                  </a:lnTo>
                  <a:cubicBezTo>
                    <a:pt x="5378" y="4475"/>
                    <a:pt x="3698" y="4036"/>
                    <a:pt x="2352" y="3279"/>
                  </a:cubicBezTo>
                  <a:cubicBezTo>
                    <a:pt x="798" y="2371"/>
                    <a:pt x="21" y="1196"/>
                    <a:pt x="21" y="0"/>
                  </a:cubicBezTo>
                  <a:close/>
                </a:path>
              </a:pathLst>
            </a:custGeom>
            <a:solidFill>
              <a:srgbClr val="8F79F9">
                <a:alpha val="330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6" name="Google Shape;566;p38"/>
          <p:cNvSpPr/>
          <p:nvPr/>
        </p:nvSpPr>
        <p:spPr>
          <a:xfrm>
            <a:off x="1213426" y="1522241"/>
            <a:ext cx="1868366" cy="985293"/>
          </a:xfrm>
          <a:custGeom>
            <a:avLst/>
            <a:gdLst/>
            <a:ahLst/>
            <a:cxnLst/>
            <a:rect l="l" t="t" r="r" b="b"/>
            <a:pathLst>
              <a:path w="17364" h="9157" extrusionOk="0">
                <a:moveTo>
                  <a:pt x="8651" y="82"/>
                </a:moveTo>
                <a:cubicBezTo>
                  <a:pt x="10640" y="82"/>
                  <a:pt x="12631" y="523"/>
                  <a:pt x="14145" y="1406"/>
                </a:cubicBezTo>
                <a:cubicBezTo>
                  <a:pt x="17197" y="3151"/>
                  <a:pt x="17217" y="6006"/>
                  <a:pt x="14190" y="7752"/>
                </a:cubicBezTo>
                <a:cubicBezTo>
                  <a:pt x="12672" y="8637"/>
                  <a:pt x="10679" y="9078"/>
                  <a:pt x="8685" y="9078"/>
                </a:cubicBezTo>
                <a:cubicBezTo>
                  <a:pt x="6702" y="9078"/>
                  <a:pt x="4717" y="8642"/>
                  <a:pt x="3198" y="7772"/>
                </a:cubicBezTo>
                <a:cubicBezTo>
                  <a:pt x="172" y="6006"/>
                  <a:pt x="146" y="3151"/>
                  <a:pt x="3173" y="1406"/>
                </a:cubicBezTo>
                <a:cubicBezTo>
                  <a:pt x="4676" y="523"/>
                  <a:pt x="6663" y="82"/>
                  <a:pt x="8651" y="82"/>
                </a:cubicBezTo>
                <a:close/>
                <a:moveTo>
                  <a:pt x="8654" y="1"/>
                </a:moveTo>
                <a:cubicBezTo>
                  <a:pt x="6628" y="1"/>
                  <a:pt x="4606" y="447"/>
                  <a:pt x="3072" y="1340"/>
                </a:cubicBezTo>
                <a:cubicBezTo>
                  <a:pt x="0" y="3126"/>
                  <a:pt x="0" y="6026"/>
                  <a:pt x="3112" y="7817"/>
                </a:cubicBezTo>
                <a:cubicBezTo>
                  <a:pt x="4656" y="8710"/>
                  <a:pt x="6684" y="9157"/>
                  <a:pt x="8710" y="9157"/>
                </a:cubicBezTo>
                <a:cubicBezTo>
                  <a:pt x="10736" y="9157"/>
                  <a:pt x="12760" y="8710"/>
                  <a:pt x="14296" y="7817"/>
                </a:cubicBezTo>
                <a:cubicBezTo>
                  <a:pt x="17363" y="6026"/>
                  <a:pt x="17343" y="3126"/>
                  <a:pt x="14251" y="1340"/>
                </a:cubicBezTo>
                <a:cubicBezTo>
                  <a:pt x="12707" y="447"/>
                  <a:pt x="10679" y="1"/>
                  <a:pt x="8654" y="1"/>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8"/>
          <p:cNvSpPr txBox="1">
            <a:spLocks noGrp="1"/>
          </p:cNvSpPr>
          <p:nvPr>
            <p:ph type="title"/>
          </p:nvPr>
        </p:nvSpPr>
        <p:spPr>
          <a:xfrm>
            <a:off x="5096022" y="1647400"/>
            <a:ext cx="2464503" cy="549300"/>
          </a:xfrm>
          <a:prstGeom prst="rect">
            <a:avLst/>
          </a:prstGeom>
          <a:solidFill>
            <a:srgbClr val="FF0000"/>
          </a:solidFill>
        </p:spPr>
        <p:txBody>
          <a:bodyPr spcFirstLastPara="1" wrap="square" lIns="91425" tIns="91425" rIns="91425" bIns="91425" anchor="ctr" anchorCtr="0">
            <a:noAutofit/>
          </a:bodyPr>
          <a:lstStyle/>
          <a:p>
            <a:pPr marL="0" lvl="0" indent="0" algn="ctr" rtl="0">
              <a:spcBef>
                <a:spcPts val="0"/>
              </a:spcBef>
              <a:spcAft>
                <a:spcPts val="0"/>
              </a:spcAft>
              <a:buNone/>
            </a:pPr>
            <a:r>
              <a:rPr lang="vi-VN" dirty="0"/>
              <a:t>COVID-19 là gì? </a:t>
            </a:r>
            <a:endParaRPr dirty="0"/>
          </a:p>
        </p:txBody>
      </p:sp>
      <p:sp>
        <p:nvSpPr>
          <p:cNvPr id="568" name="Google Shape;568;p38"/>
          <p:cNvSpPr txBox="1">
            <a:spLocks noGrp="1"/>
          </p:cNvSpPr>
          <p:nvPr>
            <p:ph type="subTitle" idx="1"/>
          </p:nvPr>
        </p:nvSpPr>
        <p:spPr>
          <a:xfrm>
            <a:off x="4117774" y="2311843"/>
            <a:ext cx="4632215" cy="114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COVID-19 là một bệnh do virus corona gây ra, đã lan rộng trên toàn cầu từ đầu năm 2020. Bệnh này gây ra các triệu chứng như sốt, ho, khó thở và có thể dẫn đến các biến chứng nặng nề, đặc biệt là ở nhóm người già và những người có các bệnh nền.</a:t>
            </a:r>
          </a:p>
          <a:p>
            <a:pPr marL="0" lvl="0" indent="0" algn="ctr" rtl="0">
              <a:spcBef>
                <a:spcPts val="0"/>
              </a:spcBef>
              <a:spcAft>
                <a:spcPts val="0"/>
              </a:spcAft>
              <a:buNone/>
            </a:pPr>
            <a:endParaRPr lang="vi-VN" dirty="0"/>
          </a:p>
        </p:txBody>
      </p:sp>
      <p:pic>
        <p:nvPicPr>
          <p:cNvPr id="2050" name="Picture 2" descr="Chuyên gia hướng dẫn điều trị tái nhiễm COVID-19">
            <a:extLst>
              <a:ext uri="{FF2B5EF4-FFF2-40B4-BE49-F238E27FC236}">
                <a16:creationId xmlns:a16="http://schemas.microsoft.com/office/drawing/2014/main" id="{03E825C9-739D-C138-DEDC-96F14D9E5D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285" y="1211607"/>
            <a:ext cx="2162799" cy="1443648"/>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F0733C9A-9095-32C7-2EFA-1534E55EAAA0}"/>
              </a:ext>
            </a:extLst>
          </p:cNvPr>
          <p:cNvGrpSpPr/>
          <p:nvPr/>
        </p:nvGrpSpPr>
        <p:grpSpPr>
          <a:xfrm>
            <a:off x="433362" y="3886504"/>
            <a:ext cx="962287" cy="841382"/>
            <a:chOff x="712156" y="1400374"/>
            <a:chExt cx="289765" cy="251790"/>
          </a:xfrm>
        </p:grpSpPr>
        <p:sp>
          <p:nvSpPr>
            <p:cNvPr id="4" name="Google Shape;339;p21">
              <a:extLst>
                <a:ext uri="{FF2B5EF4-FFF2-40B4-BE49-F238E27FC236}">
                  <a16:creationId xmlns:a16="http://schemas.microsoft.com/office/drawing/2014/main" id="{1F5AEFDE-A2F6-4EF9-D658-C63DDB36C989}"/>
                </a:ext>
              </a:extLst>
            </p:cNvPr>
            <p:cNvSpPr/>
            <p:nvPr/>
          </p:nvSpPr>
          <p:spPr>
            <a:xfrm>
              <a:off x="714157" y="1482934"/>
              <a:ext cx="287764" cy="101799"/>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 name="Group 4">
              <a:extLst>
                <a:ext uri="{FF2B5EF4-FFF2-40B4-BE49-F238E27FC236}">
                  <a16:creationId xmlns:a16="http://schemas.microsoft.com/office/drawing/2014/main" id="{2C609138-C2D0-E3DD-4494-6309E40E7A08}"/>
                </a:ext>
              </a:extLst>
            </p:cNvPr>
            <p:cNvGrpSpPr/>
            <p:nvPr/>
          </p:nvGrpSpPr>
          <p:grpSpPr>
            <a:xfrm>
              <a:off x="712156" y="1400374"/>
              <a:ext cx="287011" cy="251790"/>
              <a:chOff x="711849" y="1400275"/>
              <a:chExt cx="287011" cy="251790"/>
            </a:xfrm>
          </p:grpSpPr>
          <p:sp>
            <p:nvSpPr>
              <p:cNvPr id="6" name="Google Shape;340;p21">
                <a:extLst>
                  <a:ext uri="{FF2B5EF4-FFF2-40B4-BE49-F238E27FC236}">
                    <a16:creationId xmlns:a16="http://schemas.microsoft.com/office/drawing/2014/main" id="{D05932DB-1C2C-31D3-ABFD-1204E4CC44FA}"/>
                  </a:ext>
                </a:extLst>
              </p:cNvPr>
              <p:cNvSpPr/>
              <p:nvPr/>
            </p:nvSpPr>
            <p:spPr>
              <a:xfrm>
                <a:off x="711849" y="1400275"/>
                <a:ext cx="287011" cy="121717"/>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41;p21">
                <a:extLst>
                  <a:ext uri="{FF2B5EF4-FFF2-40B4-BE49-F238E27FC236}">
                    <a16:creationId xmlns:a16="http://schemas.microsoft.com/office/drawing/2014/main" id="{F78949B5-25C4-E1EF-9868-EAF2B3C253A8}"/>
                  </a:ext>
                </a:extLst>
              </p:cNvPr>
              <p:cNvSpPr/>
              <p:nvPr/>
            </p:nvSpPr>
            <p:spPr>
              <a:xfrm>
                <a:off x="766963" y="1556387"/>
                <a:ext cx="181373" cy="95678"/>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7DDF78-DC74-412F-459E-B09F8AEB5B22}"/>
              </a:ext>
            </a:extLst>
          </p:cNvPr>
          <p:cNvPicPr>
            <a:picLocks noChangeAspect="1"/>
          </p:cNvPicPr>
          <p:nvPr/>
        </p:nvPicPr>
        <p:blipFill>
          <a:blip r:embed="rId2"/>
          <a:stretch>
            <a:fillRect/>
          </a:stretch>
        </p:blipFill>
        <p:spPr>
          <a:xfrm>
            <a:off x="0" y="215590"/>
            <a:ext cx="9129438" cy="4836470"/>
          </a:xfrm>
          <a:prstGeom prst="rect">
            <a:avLst/>
          </a:prstGeom>
        </p:spPr>
      </p:pic>
    </p:spTree>
    <p:extLst>
      <p:ext uri="{BB962C8B-B14F-4D97-AF65-F5344CB8AC3E}">
        <p14:creationId xmlns:p14="http://schemas.microsoft.com/office/powerpoint/2010/main" val="3973704917"/>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92" name="Google Shape;192;p18"/>
          <p:cNvSpPr txBox="1">
            <a:spLocks noGrp="1"/>
          </p:cNvSpPr>
          <p:nvPr>
            <p:ph type="title"/>
          </p:nvPr>
        </p:nvSpPr>
        <p:spPr>
          <a:xfrm>
            <a:off x="470400" y="177023"/>
            <a:ext cx="8203200" cy="4812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vi-VN" dirty="0"/>
              <a:t>PHÂN PHỐI NHÓM SẢN PHẨM CỦA MỸ NĂM 2020</a:t>
            </a:r>
            <a:endParaRPr dirty="0"/>
          </a:p>
        </p:txBody>
      </p:sp>
      <p:graphicFrame>
        <p:nvGraphicFramePr>
          <p:cNvPr id="5" name="Chart 4">
            <a:extLst>
              <a:ext uri="{FF2B5EF4-FFF2-40B4-BE49-F238E27FC236}">
                <a16:creationId xmlns:a16="http://schemas.microsoft.com/office/drawing/2014/main" id="{E560611D-BBB6-CDE0-9E72-96E0B901E0B0}"/>
              </a:ext>
            </a:extLst>
          </p:cNvPr>
          <p:cNvGraphicFramePr>
            <a:graphicFrameLocks/>
          </p:cNvGraphicFramePr>
          <p:nvPr>
            <p:extLst>
              <p:ext uri="{D42A27DB-BD31-4B8C-83A1-F6EECF244321}">
                <p14:modId xmlns:p14="http://schemas.microsoft.com/office/powerpoint/2010/main" val="4083876915"/>
              </p:ext>
            </p:extLst>
          </p:nvPr>
        </p:nvGraphicFramePr>
        <p:xfrm>
          <a:off x="782281" y="914400"/>
          <a:ext cx="7306070" cy="392982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397425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E85B11A-41D7-790C-ED3F-0BADAC8120E7}"/>
              </a:ext>
            </a:extLst>
          </p:cNvPr>
          <p:cNvSpPr>
            <a:spLocks noGrp="1"/>
          </p:cNvSpPr>
          <p:nvPr>
            <p:ph type="title"/>
          </p:nvPr>
        </p:nvSpPr>
        <p:spPr>
          <a:xfrm>
            <a:off x="483675" y="415425"/>
            <a:ext cx="8203200" cy="481200"/>
          </a:xfrm>
        </p:spPr>
        <p:txBody>
          <a:bodyPr wrap="square" anchor="ctr">
            <a:normAutofit/>
          </a:bodyPr>
          <a:lstStyle/>
          <a:p>
            <a:pPr>
              <a:lnSpc>
                <a:spcPct val="90000"/>
              </a:lnSpc>
            </a:pPr>
            <a:r>
              <a:rPr lang="vi-VN" sz="2100"/>
              <a:t>PHÂN PHỐI NHÓM SẢN PHẨM CỦA MỸ NĂM 2020</a:t>
            </a:r>
          </a:p>
        </p:txBody>
      </p:sp>
      <p:pic>
        <p:nvPicPr>
          <p:cNvPr id="4" name="Picture 3" descr="A graph with green bars&#10;&#10;Description automatically generated">
            <a:extLst>
              <a:ext uri="{FF2B5EF4-FFF2-40B4-BE49-F238E27FC236}">
                <a16:creationId xmlns:a16="http://schemas.microsoft.com/office/drawing/2014/main" id="{0DE82BAA-1B92-A3E2-3ED2-B259F24A4ECF}"/>
              </a:ext>
            </a:extLst>
          </p:cNvPr>
          <p:cNvPicPr>
            <a:picLocks noChangeAspect="1"/>
          </p:cNvPicPr>
          <p:nvPr/>
        </p:nvPicPr>
        <p:blipFill rotWithShape="1">
          <a:blip r:embed="rId2"/>
          <a:srcRect b="3529"/>
          <a:stretch/>
        </p:blipFill>
        <p:spPr>
          <a:xfrm>
            <a:off x="483675" y="1087125"/>
            <a:ext cx="8203200" cy="3264408"/>
          </a:xfrm>
          <a:prstGeom prst="rect">
            <a:avLst/>
          </a:prstGeom>
          <a:noFill/>
          <a:ln>
            <a:noFill/>
          </a:ln>
        </p:spPr>
      </p:pic>
    </p:spTree>
    <p:extLst>
      <p:ext uri="{BB962C8B-B14F-4D97-AF65-F5344CB8AC3E}">
        <p14:creationId xmlns:p14="http://schemas.microsoft.com/office/powerpoint/2010/main" val="3481044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E85B11A-41D7-790C-ED3F-0BADAC8120E7}"/>
              </a:ext>
            </a:extLst>
          </p:cNvPr>
          <p:cNvSpPr>
            <a:spLocks noGrp="1"/>
          </p:cNvSpPr>
          <p:nvPr>
            <p:ph type="title"/>
          </p:nvPr>
        </p:nvSpPr>
        <p:spPr>
          <a:xfrm>
            <a:off x="483675" y="415425"/>
            <a:ext cx="8203200" cy="481200"/>
          </a:xfrm>
        </p:spPr>
        <p:txBody>
          <a:bodyPr wrap="square" anchor="ctr">
            <a:normAutofit/>
          </a:bodyPr>
          <a:lstStyle/>
          <a:p>
            <a:pPr>
              <a:lnSpc>
                <a:spcPct val="90000"/>
              </a:lnSpc>
            </a:pPr>
            <a:r>
              <a:rPr lang="vi-VN" sz="2100"/>
              <a:t>PHÂN PHỐI NHÓM SẢN PHẨM CỦA MỸ NĂM 2020</a:t>
            </a:r>
          </a:p>
        </p:txBody>
      </p:sp>
      <p:pic>
        <p:nvPicPr>
          <p:cNvPr id="4" name="Picture 3">
            <a:extLst>
              <a:ext uri="{FF2B5EF4-FFF2-40B4-BE49-F238E27FC236}">
                <a16:creationId xmlns:a16="http://schemas.microsoft.com/office/drawing/2014/main" id="{7C5F83B8-383C-FEA1-8217-3B266CF43969}"/>
              </a:ext>
            </a:extLst>
          </p:cNvPr>
          <p:cNvPicPr>
            <a:picLocks noChangeAspect="1"/>
          </p:cNvPicPr>
          <p:nvPr/>
        </p:nvPicPr>
        <p:blipFill>
          <a:blip r:embed="rId2"/>
          <a:stretch>
            <a:fillRect/>
          </a:stretch>
        </p:blipFill>
        <p:spPr>
          <a:xfrm>
            <a:off x="959005" y="1028111"/>
            <a:ext cx="7654386" cy="3491786"/>
          </a:xfrm>
          <a:prstGeom prst="rect">
            <a:avLst/>
          </a:prstGeom>
        </p:spPr>
      </p:pic>
    </p:spTree>
    <p:extLst>
      <p:ext uri="{BB962C8B-B14F-4D97-AF65-F5344CB8AC3E}">
        <p14:creationId xmlns:p14="http://schemas.microsoft.com/office/powerpoint/2010/main" val="33246807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E85B11A-41D7-790C-ED3F-0BADAC8120E7}"/>
              </a:ext>
            </a:extLst>
          </p:cNvPr>
          <p:cNvSpPr>
            <a:spLocks noGrp="1"/>
          </p:cNvSpPr>
          <p:nvPr>
            <p:ph type="title"/>
          </p:nvPr>
        </p:nvSpPr>
        <p:spPr>
          <a:xfrm>
            <a:off x="483675" y="415425"/>
            <a:ext cx="8203200" cy="481200"/>
          </a:xfrm>
        </p:spPr>
        <p:txBody>
          <a:bodyPr wrap="square" anchor="ctr">
            <a:normAutofit/>
          </a:bodyPr>
          <a:lstStyle/>
          <a:p>
            <a:pPr>
              <a:lnSpc>
                <a:spcPct val="90000"/>
              </a:lnSpc>
            </a:pPr>
            <a:r>
              <a:rPr lang="vi-VN" sz="2100"/>
              <a:t>PHÂN PHỐI NHÓM SẢN PHẨM CỦA MỸ NĂM 2020</a:t>
            </a:r>
          </a:p>
        </p:txBody>
      </p:sp>
      <p:pic>
        <p:nvPicPr>
          <p:cNvPr id="5" name="Picture 4">
            <a:extLst>
              <a:ext uri="{FF2B5EF4-FFF2-40B4-BE49-F238E27FC236}">
                <a16:creationId xmlns:a16="http://schemas.microsoft.com/office/drawing/2014/main" id="{1E8F7656-9920-6760-AA0C-EE165E678BFB}"/>
              </a:ext>
            </a:extLst>
          </p:cNvPr>
          <p:cNvPicPr>
            <a:picLocks noChangeAspect="1"/>
          </p:cNvPicPr>
          <p:nvPr/>
        </p:nvPicPr>
        <p:blipFill rotWithShape="1">
          <a:blip r:embed="rId2"/>
          <a:srcRect b="4684"/>
          <a:stretch/>
        </p:blipFill>
        <p:spPr>
          <a:xfrm>
            <a:off x="483675" y="1087125"/>
            <a:ext cx="8203200" cy="3264408"/>
          </a:xfrm>
          <a:prstGeom prst="rect">
            <a:avLst/>
          </a:prstGeom>
          <a:noFill/>
          <a:ln>
            <a:noFill/>
          </a:ln>
        </p:spPr>
      </p:pic>
    </p:spTree>
    <p:extLst>
      <p:ext uri="{BB962C8B-B14F-4D97-AF65-F5344CB8AC3E}">
        <p14:creationId xmlns:p14="http://schemas.microsoft.com/office/powerpoint/2010/main" val="30502496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9"/>
          <p:cNvSpPr txBox="1">
            <a:spLocks noGrp="1"/>
          </p:cNvSpPr>
          <p:nvPr>
            <p:ph type="title"/>
          </p:nvPr>
        </p:nvSpPr>
        <p:spPr>
          <a:xfrm>
            <a:off x="483676" y="137509"/>
            <a:ext cx="8203200"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MỨC ĐỘ TƯƠNG TÁC THEO SẢN PHẨM VÀO NĂM 2020</a:t>
            </a:r>
            <a:endParaRPr dirty="0"/>
          </a:p>
        </p:txBody>
      </p:sp>
      <p:grpSp>
        <p:nvGrpSpPr>
          <p:cNvPr id="4" name="Google Shape;148;p17">
            <a:extLst>
              <a:ext uri="{FF2B5EF4-FFF2-40B4-BE49-F238E27FC236}">
                <a16:creationId xmlns:a16="http://schemas.microsoft.com/office/drawing/2014/main" id="{19E44E6D-4108-C74E-E1F1-8CCC327B2EDF}"/>
              </a:ext>
            </a:extLst>
          </p:cNvPr>
          <p:cNvGrpSpPr/>
          <p:nvPr/>
        </p:nvGrpSpPr>
        <p:grpSpPr>
          <a:xfrm>
            <a:off x="449745" y="811226"/>
            <a:ext cx="2452812" cy="1020831"/>
            <a:chOff x="552620" y="1251993"/>
            <a:chExt cx="1706521" cy="739075"/>
          </a:xfrm>
        </p:grpSpPr>
        <p:sp>
          <p:nvSpPr>
            <p:cNvPr id="5" name="Google Shape;150;p17">
              <a:extLst>
                <a:ext uri="{FF2B5EF4-FFF2-40B4-BE49-F238E27FC236}">
                  <a16:creationId xmlns:a16="http://schemas.microsoft.com/office/drawing/2014/main" id="{296DC7B9-2AE7-811E-92B2-2B892C07AFDF}"/>
                </a:ext>
              </a:extLst>
            </p:cNvPr>
            <p:cNvSpPr txBox="1"/>
            <p:nvPr/>
          </p:nvSpPr>
          <p:spPr>
            <a:xfrm>
              <a:off x="552620" y="1442668"/>
              <a:ext cx="1706521"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 Google Docs</a:t>
              </a:r>
              <a:r>
                <a:rPr lang="vi-VN" sz="1200">
                  <a:solidFill>
                    <a:srgbClr val="434343"/>
                  </a:solidFill>
                  <a:latin typeface="Roboto"/>
                  <a:ea typeface="Roboto"/>
                  <a:cs typeface="Roboto"/>
                  <a:sym typeface="Roboto"/>
                </a:rPr>
                <a:t>: Có </a:t>
              </a:r>
              <a:r>
                <a:rPr lang="vi-VN" sz="1200" dirty="0">
                  <a:solidFill>
                    <a:srgbClr val="434343"/>
                  </a:solidFill>
                  <a:latin typeface="Roboto"/>
                  <a:ea typeface="Roboto"/>
                  <a:cs typeface="Roboto"/>
                  <a:sym typeface="Roboto"/>
                </a:rPr>
                <a:t>chỉ số tương tác cao nhất, cho thấy sự phổ biến rộng rãi của nó trong việc soạn thảo và chia sẻ tài liệu trực tuyến.</a:t>
              </a:r>
              <a:endParaRPr lang="en-US" sz="1200" dirty="0">
                <a:solidFill>
                  <a:srgbClr val="434343"/>
                </a:solidFill>
                <a:latin typeface="Roboto"/>
                <a:ea typeface="Roboto"/>
                <a:cs typeface="Roboto"/>
                <a:sym typeface="Roboto"/>
              </a:endParaRPr>
            </a:p>
          </p:txBody>
        </p:sp>
        <p:sp>
          <p:nvSpPr>
            <p:cNvPr id="6" name="Google Shape;151;p17">
              <a:extLst>
                <a:ext uri="{FF2B5EF4-FFF2-40B4-BE49-F238E27FC236}">
                  <a16:creationId xmlns:a16="http://schemas.microsoft.com/office/drawing/2014/main" id="{315E25D5-F677-FCEA-5B84-5D7ADB69BC77}"/>
                </a:ext>
              </a:extLst>
            </p:cNvPr>
            <p:cNvSpPr/>
            <p:nvPr/>
          </p:nvSpPr>
          <p:spPr>
            <a:xfrm>
              <a:off x="838782" y="1251993"/>
              <a:ext cx="607500" cy="92100"/>
            </a:xfrm>
            <a:prstGeom prst="rect">
              <a:avLst/>
            </a:prstGeom>
            <a:solidFill>
              <a:schemeClr val="accent1">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 name="Google Shape;154;p17">
            <a:extLst>
              <a:ext uri="{FF2B5EF4-FFF2-40B4-BE49-F238E27FC236}">
                <a16:creationId xmlns:a16="http://schemas.microsoft.com/office/drawing/2014/main" id="{AB281705-D330-3504-6A3A-4C91A95DD50F}"/>
              </a:ext>
            </a:extLst>
          </p:cNvPr>
          <p:cNvSpPr txBox="1"/>
          <p:nvPr/>
        </p:nvSpPr>
        <p:spPr>
          <a:xfrm>
            <a:off x="449745" y="2358821"/>
            <a:ext cx="2568952"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a:solidFill>
                  <a:srgbClr val="434343"/>
                </a:solidFill>
                <a:latin typeface="Roboto"/>
                <a:ea typeface="Roboto"/>
                <a:cs typeface="Roboto"/>
                <a:sym typeface="Roboto"/>
              </a:rPr>
              <a:t> </a:t>
            </a:r>
            <a:r>
              <a:rPr lang="vi-VN" sz="1200" dirty="0">
                <a:solidFill>
                  <a:srgbClr val="434343"/>
                </a:solidFill>
                <a:latin typeface="Roboto"/>
                <a:ea typeface="Roboto"/>
                <a:cs typeface="Roboto"/>
                <a:sym typeface="Roboto"/>
              </a:rPr>
              <a:t>Các sản phẩm khác: Bao gồm cả các nền tảng học tập và công cụ hỗ trợ giáo dục khác, phản ánh sự đa dạng trong việc sử dụng công nghệ để hỗ trợ học tập và làm việc.</a:t>
            </a:r>
            <a:endParaRPr lang="en-US" sz="1200" dirty="0">
              <a:solidFill>
                <a:srgbClr val="434343"/>
              </a:solidFill>
              <a:latin typeface="Roboto"/>
              <a:ea typeface="Roboto"/>
              <a:cs typeface="Roboto"/>
              <a:sym typeface="Roboto"/>
            </a:endParaRPr>
          </a:p>
        </p:txBody>
      </p:sp>
      <p:sp>
        <p:nvSpPr>
          <p:cNvPr id="8" name="Google Shape;151;p17">
            <a:extLst>
              <a:ext uri="{FF2B5EF4-FFF2-40B4-BE49-F238E27FC236}">
                <a16:creationId xmlns:a16="http://schemas.microsoft.com/office/drawing/2014/main" id="{89A1CC92-F74B-94A6-DE0D-D9D971F28879}"/>
              </a:ext>
            </a:extLst>
          </p:cNvPr>
          <p:cNvSpPr/>
          <p:nvPr/>
        </p:nvSpPr>
        <p:spPr>
          <a:xfrm>
            <a:off x="861051" y="2012486"/>
            <a:ext cx="873170" cy="127211"/>
          </a:xfrm>
          <a:prstGeom prst="rect">
            <a:avLst/>
          </a:prstGeom>
          <a:solidFill>
            <a:schemeClr val="bg1">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51;p17">
            <a:extLst>
              <a:ext uri="{FF2B5EF4-FFF2-40B4-BE49-F238E27FC236}">
                <a16:creationId xmlns:a16="http://schemas.microsoft.com/office/drawing/2014/main" id="{6D02EB5D-C8C3-3869-644E-55F38346AFF2}"/>
              </a:ext>
            </a:extLst>
          </p:cNvPr>
          <p:cNvSpPr/>
          <p:nvPr/>
        </p:nvSpPr>
        <p:spPr>
          <a:xfrm>
            <a:off x="861051" y="3235386"/>
            <a:ext cx="873170" cy="127211"/>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54;p17">
            <a:extLst>
              <a:ext uri="{FF2B5EF4-FFF2-40B4-BE49-F238E27FC236}">
                <a16:creationId xmlns:a16="http://schemas.microsoft.com/office/drawing/2014/main" id="{8C81C3D3-8AA9-937D-1AFD-8A0F32CB664E}"/>
              </a:ext>
            </a:extLst>
          </p:cNvPr>
          <p:cNvSpPr txBox="1"/>
          <p:nvPr/>
        </p:nvSpPr>
        <p:spPr>
          <a:xfrm>
            <a:off x="449745" y="3668414"/>
            <a:ext cx="2568952"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a:solidFill>
                  <a:srgbClr val="434343"/>
                </a:solidFill>
                <a:latin typeface="Roboto"/>
                <a:ea typeface="Roboto"/>
                <a:cs typeface="Roboto"/>
                <a:sym typeface="Roboto"/>
              </a:rPr>
              <a:t>Các sản phẩm của công ty Google LLC đều có mức độ tương tác cao bởi chúng được kết nối với nhau và có thể được truy cập từ nhau nên khả năng tiếp cận dễ dàng</a:t>
            </a:r>
            <a:endParaRPr lang="en-US" sz="1200" dirty="0">
              <a:solidFill>
                <a:srgbClr val="434343"/>
              </a:solidFill>
              <a:latin typeface="Roboto"/>
              <a:ea typeface="Roboto"/>
              <a:cs typeface="Roboto"/>
              <a:sym typeface="Roboto"/>
            </a:endParaRPr>
          </a:p>
        </p:txBody>
      </p:sp>
      <p:sp>
        <p:nvSpPr>
          <p:cNvPr id="13" name="Arrow: Right 12">
            <a:extLst>
              <a:ext uri="{FF2B5EF4-FFF2-40B4-BE49-F238E27FC236}">
                <a16:creationId xmlns:a16="http://schemas.microsoft.com/office/drawing/2014/main" id="{24CA1F69-95E4-A8F9-4FFF-A5640AA03AE1}"/>
              </a:ext>
            </a:extLst>
          </p:cNvPr>
          <p:cNvSpPr/>
          <p:nvPr/>
        </p:nvSpPr>
        <p:spPr>
          <a:xfrm>
            <a:off x="749257" y="4332275"/>
            <a:ext cx="8093954" cy="784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Xu hướng sử dụng công nghệ trong giáo dục và làm việc, đặc biệt là trong bối cảnh đại dịch năm 2020</a:t>
            </a:r>
            <a:endParaRPr lang="en-US" dirty="0"/>
          </a:p>
        </p:txBody>
      </p:sp>
      <p:pic>
        <p:nvPicPr>
          <p:cNvPr id="11" name="Picture 10">
            <a:extLst>
              <a:ext uri="{FF2B5EF4-FFF2-40B4-BE49-F238E27FC236}">
                <a16:creationId xmlns:a16="http://schemas.microsoft.com/office/drawing/2014/main" id="{640F0976-1EE3-B079-15BF-002829082D7F}"/>
              </a:ext>
            </a:extLst>
          </p:cNvPr>
          <p:cNvPicPr>
            <a:picLocks noChangeAspect="1"/>
          </p:cNvPicPr>
          <p:nvPr/>
        </p:nvPicPr>
        <p:blipFill>
          <a:blip r:embed="rId3"/>
          <a:stretch>
            <a:fillRect/>
          </a:stretch>
        </p:blipFill>
        <p:spPr>
          <a:xfrm>
            <a:off x="3044132" y="1143052"/>
            <a:ext cx="5642744" cy="2979937"/>
          </a:xfrm>
          <a:prstGeom prst="rect">
            <a:avLst/>
          </a:prstGeom>
        </p:spPr>
      </p:pic>
    </p:spTree>
    <p:extLst>
      <p:ext uri="{BB962C8B-B14F-4D97-AF65-F5344CB8AC3E}">
        <p14:creationId xmlns:p14="http://schemas.microsoft.com/office/powerpoint/2010/main" val="299422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5" name="Picture 4">
            <a:extLst>
              <a:ext uri="{FF2B5EF4-FFF2-40B4-BE49-F238E27FC236}">
                <a16:creationId xmlns:a16="http://schemas.microsoft.com/office/drawing/2014/main" id="{BCCB0554-BF5C-DE48-D8EC-5022CBF505B3}"/>
              </a:ext>
            </a:extLst>
          </p:cNvPr>
          <p:cNvPicPr>
            <a:picLocks noChangeAspect="1"/>
          </p:cNvPicPr>
          <p:nvPr/>
        </p:nvPicPr>
        <p:blipFill>
          <a:blip r:embed="rId3"/>
          <a:stretch>
            <a:fillRect/>
          </a:stretch>
        </p:blipFill>
        <p:spPr>
          <a:xfrm>
            <a:off x="2549911" y="999297"/>
            <a:ext cx="7055005" cy="3312507"/>
          </a:xfrm>
          <a:prstGeom prst="rect">
            <a:avLst/>
          </a:prstGeom>
        </p:spPr>
      </p:pic>
      <p:sp>
        <p:nvSpPr>
          <p:cNvPr id="147" name="Google Shape;147;p17"/>
          <p:cNvSpPr txBox="1">
            <a:spLocks noGrp="1"/>
          </p:cNvSpPr>
          <p:nvPr>
            <p:ph type="title"/>
          </p:nvPr>
        </p:nvSpPr>
        <p:spPr>
          <a:xfrm>
            <a:off x="483675" y="166744"/>
            <a:ext cx="8203200"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a:t>SỰ TƯƠNG </a:t>
            </a:r>
            <a:r>
              <a:rPr lang="vi-VN" dirty="0"/>
              <a:t>TÁC VỚI SẢN </a:t>
            </a:r>
            <a:r>
              <a:rPr lang="vi-VN"/>
              <a:t>PHẨM TRONG CÁC THÁNG-2020</a:t>
            </a:r>
            <a:endParaRPr dirty="0"/>
          </a:p>
        </p:txBody>
      </p:sp>
      <p:grpSp>
        <p:nvGrpSpPr>
          <p:cNvPr id="148" name="Google Shape;148;p17"/>
          <p:cNvGrpSpPr/>
          <p:nvPr/>
        </p:nvGrpSpPr>
        <p:grpSpPr>
          <a:xfrm>
            <a:off x="483676" y="872087"/>
            <a:ext cx="3026780" cy="1012537"/>
            <a:chOff x="552620" y="1324199"/>
            <a:chExt cx="2105854" cy="733072"/>
          </a:xfrm>
        </p:grpSpPr>
        <p:sp>
          <p:nvSpPr>
            <p:cNvPr id="150" name="Google Shape;150;p17"/>
            <p:cNvSpPr txBox="1"/>
            <p:nvPr/>
          </p:nvSpPr>
          <p:spPr>
            <a:xfrm>
              <a:off x="552620" y="1508871"/>
              <a:ext cx="2105854"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a:solidFill>
                    <a:srgbClr val="434343"/>
                  </a:solidFill>
                  <a:latin typeface="Roboto"/>
                  <a:ea typeface="Roboto"/>
                  <a:cs typeface="Roboto"/>
                  <a:sym typeface="Roboto"/>
                </a:rPr>
                <a:t>“Trường học đóng cửa”cho </a:t>
              </a:r>
              <a:r>
                <a:rPr lang="vi-VN" sz="1200" dirty="0">
                  <a:solidFill>
                    <a:srgbClr val="434343"/>
                  </a:solidFill>
                  <a:latin typeface="Roboto"/>
                  <a:ea typeface="Roboto"/>
                  <a:cs typeface="Roboto"/>
                  <a:sym typeface="Roboto"/>
                </a:rPr>
                <a:t>biết khoảng thời gian trung bình khi các trường học bắt đầu đóng cửa do đại dịch.</a:t>
              </a:r>
            </a:p>
            <a:p>
              <a:pPr marL="0" lvl="0" indent="0" algn="l" rtl="0">
                <a:spcBef>
                  <a:spcPts val="0"/>
                </a:spcBef>
                <a:spcAft>
                  <a:spcPts val="0"/>
                </a:spcAft>
                <a:buNone/>
              </a:pPr>
              <a:endParaRPr lang="en-US" sz="1200" dirty="0">
                <a:solidFill>
                  <a:srgbClr val="434343"/>
                </a:solidFill>
                <a:latin typeface="Roboto"/>
                <a:ea typeface="Roboto"/>
                <a:cs typeface="Roboto"/>
                <a:sym typeface="Roboto"/>
              </a:endParaRPr>
            </a:p>
          </p:txBody>
        </p:sp>
        <p:sp>
          <p:nvSpPr>
            <p:cNvPr id="151" name="Google Shape;151;p17"/>
            <p:cNvSpPr/>
            <p:nvPr/>
          </p:nvSpPr>
          <p:spPr>
            <a:xfrm>
              <a:off x="815175" y="1324199"/>
              <a:ext cx="607500" cy="9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54" name="Google Shape;154;p17"/>
          <p:cNvSpPr txBox="1"/>
          <p:nvPr/>
        </p:nvSpPr>
        <p:spPr>
          <a:xfrm>
            <a:off x="449745" y="2582341"/>
            <a:ext cx="2568952"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a:solidFill>
                  <a:srgbClr val="434343"/>
                </a:solidFill>
                <a:latin typeface="Roboto"/>
                <a:ea typeface="Roboto"/>
                <a:cs typeface="Roboto"/>
                <a:sym typeface="Roboto"/>
              </a:rPr>
              <a:t>Trước khi đóng cửa trường học việc sử dụng Edu Tech </a:t>
            </a:r>
            <a:r>
              <a:rPr lang="vi-VN" sz="1200" dirty="0">
                <a:solidFill>
                  <a:srgbClr val="434343"/>
                </a:solidFill>
                <a:latin typeface="Roboto"/>
                <a:ea typeface="Roboto"/>
                <a:cs typeface="Roboto"/>
                <a:sym typeface="Roboto"/>
              </a:rPr>
              <a:t>ít hơn so với các thời điểm khác trong năm cho </a:t>
            </a:r>
            <a:r>
              <a:rPr lang="vi-VN" sz="1200">
                <a:solidFill>
                  <a:srgbClr val="434343"/>
                </a:solidFill>
                <a:latin typeface="Roboto"/>
                <a:ea typeface="Roboto"/>
                <a:cs typeface="Roboto"/>
                <a:sym typeface="Roboto"/>
              </a:rPr>
              <a:t>thấy học </a:t>
            </a:r>
            <a:r>
              <a:rPr lang="vi-VN" sz="1200" dirty="0">
                <a:solidFill>
                  <a:srgbClr val="434343"/>
                </a:solidFill>
                <a:latin typeface="Roboto"/>
                <a:ea typeface="Roboto"/>
                <a:cs typeface="Roboto"/>
                <a:sym typeface="Roboto"/>
              </a:rPr>
              <a:t>sinh đã quen thuộc </a:t>
            </a:r>
            <a:r>
              <a:rPr lang="vi-VN" sz="1200">
                <a:solidFill>
                  <a:srgbClr val="434343"/>
                </a:solidFill>
                <a:latin typeface="Roboto"/>
                <a:ea typeface="Roboto"/>
                <a:cs typeface="Roboto"/>
                <a:sym typeface="Roboto"/>
              </a:rPr>
              <a:t>với Edu Tech </a:t>
            </a:r>
            <a:r>
              <a:rPr lang="vi-VN" sz="1200" dirty="0">
                <a:solidFill>
                  <a:srgbClr val="434343"/>
                </a:solidFill>
                <a:latin typeface="Roboto"/>
                <a:ea typeface="Roboto"/>
                <a:cs typeface="Roboto"/>
                <a:sym typeface="Roboto"/>
              </a:rPr>
              <a:t>trước khi các trường bắt đầu giáo dục </a:t>
            </a:r>
            <a:r>
              <a:rPr lang="vi-VN" sz="1200">
                <a:solidFill>
                  <a:srgbClr val="434343"/>
                </a:solidFill>
                <a:latin typeface="Roboto"/>
                <a:ea typeface="Roboto"/>
                <a:cs typeface="Roboto"/>
                <a:sym typeface="Roboto"/>
              </a:rPr>
              <a:t>trực tuyến</a:t>
            </a:r>
            <a:endParaRPr lang="en-US" sz="1200" dirty="0">
              <a:solidFill>
                <a:srgbClr val="434343"/>
              </a:solidFill>
              <a:latin typeface="Roboto"/>
              <a:ea typeface="Roboto"/>
              <a:cs typeface="Roboto"/>
              <a:sym typeface="Roboto"/>
            </a:endParaRPr>
          </a:p>
        </p:txBody>
      </p:sp>
      <p:sp>
        <p:nvSpPr>
          <p:cNvPr id="6" name="Google Shape;151;p17">
            <a:extLst>
              <a:ext uri="{FF2B5EF4-FFF2-40B4-BE49-F238E27FC236}">
                <a16:creationId xmlns:a16="http://schemas.microsoft.com/office/drawing/2014/main" id="{463147E8-9F2F-5E68-75F2-8A609A7C113B}"/>
              </a:ext>
            </a:extLst>
          </p:cNvPr>
          <p:cNvSpPr/>
          <p:nvPr/>
        </p:nvSpPr>
        <p:spPr>
          <a:xfrm>
            <a:off x="861051" y="2012486"/>
            <a:ext cx="873170" cy="127211"/>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54;p17">
            <a:extLst>
              <a:ext uri="{FF2B5EF4-FFF2-40B4-BE49-F238E27FC236}">
                <a16:creationId xmlns:a16="http://schemas.microsoft.com/office/drawing/2014/main" id="{7671F46E-D390-8B5C-6B5F-8F9CF86850AF}"/>
              </a:ext>
            </a:extLst>
          </p:cNvPr>
          <p:cNvSpPr txBox="1"/>
          <p:nvPr/>
        </p:nvSpPr>
        <p:spPr>
          <a:xfrm>
            <a:off x="483675" y="3859937"/>
            <a:ext cx="2568952"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Các lần giảm tải trang trên biểu </a:t>
            </a:r>
            <a:r>
              <a:rPr lang="vi-VN" sz="1200">
                <a:solidFill>
                  <a:srgbClr val="434343"/>
                </a:solidFill>
                <a:latin typeface="Roboto"/>
                <a:ea typeface="Roboto"/>
                <a:cs typeface="Roboto"/>
                <a:sym typeface="Roboto"/>
              </a:rPr>
              <a:t>đồ thường vào </a:t>
            </a:r>
            <a:r>
              <a:rPr lang="vi-VN" sz="1200" dirty="0">
                <a:solidFill>
                  <a:srgbClr val="434343"/>
                </a:solidFill>
                <a:latin typeface="Roboto"/>
                <a:ea typeface="Roboto"/>
                <a:cs typeface="Roboto"/>
                <a:sym typeface="Roboto"/>
              </a:rPr>
              <a:t>các ngày cuối tuần và ngày lễ.</a:t>
            </a:r>
            <a:endParaRPr lang="en-US" sz="1200" dirty="0">
              <a:solidFill>
                <a:srgbClr val="434343"/>
              </a:solidFill>
              <a:latin typeface="Roboto"/>
              <a:ea typeface="Roboto"/>
              <a:cs typeface="Roboto"/>
              <a:sym typeface="Roboto"/>
            </a:endParaRPr>
          </a:p>
        </p:txBody>
      </p:sp>
      <p:sp>
        <p:nvSpPr>
          <p:cNvPr id="8" name="Google Shape;151;p17">
            <a:extLst>
              <a:ext uri="{FF2B5EF4-FFF2-40B4-BE49-F238E27FC236}">
                <a16:creationId xmlns:a16="http://schemas.microsoft.com/office/drawing/2014/main" id="{A0CC8AAC-2AA3-1FB4-A058-D6C6A92D2DEA}"/>
              </a:ext>
            </a:extLst>
          </p:cNvPr>
          <p:cNvSpPr/>
          <p:nvPr/>
        </p:nvSpPr>
        <p:spPr>
          <a:xfrm>
            <a:off x="861051" y="3607974"/>
            <a:ext cx="873170" cy="127211"/>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Arrow: Right 10">
            <a:extLst>
              <a:ext uri="{FF2B5EF4-FFF2-40B4-BE49-F238E27FC236}">
                <a16:creationId xmlns:a16="http://schemas.microsoft.com/office/drawing/2014/main" id="{DB89705F-2408-4F77-41D0-1C8DBFA7A591}"/>
              </a:ext>
            </a:extLst>
          </p:cNvPr>
          <p:cNvSpPr/>
          <p:nvPr/>
        </p:nvSpPr>
        <p:spPr>
          <a:xfrm>
            <a:off x="451098" y="4395196"/>
            <a:ext cx="7852843" cy="76848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Khi các </a:t>
            </a:r>
            <a:r>
              <a:rPr lang="vi-VN" dirty="0"/>
              <a:t>trường học đóng, không phải tất cả học </a:t>
            </a:r>
            <a:r>
              <a:rPr lang="vi-VN"/>
              <a:t>sinh đều </a:t>
            </a:r>
            <a:r>
              <a:rPr lang="vi-VN" dirty="0"/>
              <a:t>truy cập internet</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2" name="Picture 1" descr="A graph with red blue and green lines&#10;&#10;Description automatically generated">
            <a:extLst>
              <a:ext uri="{FF2B5EF4-FFF2-40B4-BE49-F238E27FC236}">
                <a16:creationId xmlns:a16="http://schemas.microsoft.com/office/drawing/2014/main" id="{D33CEEA0-6B5D-40F2-1993-4D72C53A6193}"/>
              </a:ext>
            </a:extLst>
          </p:cNvPr>
          <p:cNvPicPr>
            <a:picLocks noChangeAspect="1"/>
          </p:cNvPicPr>
          <p:nvPr/>
        </p:nvPicPr>
        <p:blipFill>
          <a:blip r:embed="rId3"/>
          <a:stretch>
            <a:fillRect/>
          </a:stretch>
        </p:blipFill>
        <p:spPr>
          <a:xfrm>
            <a:off x="3321685" y="1054179"/>
            <a:ext cx="5822315" cy="3273030"/>
          </a:xfrm>
          <a:prstGeom prst="rect">
            <a:avLst/>
          </a:prstGeom>
        </p:spPr>
      </p:pic>
      <p:sp>
        <p:nvSpPr>
          <p:cNvPr id="147" name="Google Shape;147;p17"/>
          <p:cNvSpPr txBox="1">
            <a:spLocks noGrp="1"/>
          </p:cNvSpPr>
          <p:nvPr>
            <p:ph type="title"/>
          </p:nvPr>
        </p:nvSpPr>
        <p:spPr>
          <a:xfrm>
            <a:off x="114301" y="221223"/>
            <a:ext cx="9029699" cy="481200"/>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vi-VN" dirty="0"/>
              <a:t>TÌNH HÌNH HỌC TẬP TRỰC TUYẾN TRONG NĂM 2020 DƯỚI TÁC ĐỘNG</a:t>
            </a:r>
            <a:br>
              <a:rPr lang="vi-VN" dirty="0"/>
            </a:br>
            <a:r>
              <a:rPr lang="vi-VN" dirty="0"/>
              <a:t> CỦA COVID-19</a:t>
            </a:r>
            <a:endParaRPr dirty="0"/>
          </a:p>
        </p:txBody>
      </p:sp>
      <p:grpSp>
        <p:nvGrpSpPr>
          <p:cNvPr id="148" name="Google Shape;148;p17"/>
          <p:cNvGrpSpPr/>
          <p:nvPr/>
        </p:nvGrpSpPr>
        <p:grpSpPr>
          <a:xfrm>
            <a:off x="710275" y="1014774"/>
            <a:ext cx="2611410" cy="1164558"/>
            <a:chOff x="710275" y="1035568"/>
            <a:chExt cx="2611410" cy="1164558"/>
          </a:xfrm>
        </p:grpSpPr>
        <p:sp>
          <p:nvSpPr>
            <p:cNvPr id="150" name="Google Shape;150;p17"/>
            <p:cNvSpPr txBox="1"/>
            <p:nvPr/>
          </p:nvSpPr>
          <p:spPr>
            <a:xfrm>
              <a:off x="710275" y="1651726"/>
              <a:ext cx="2611410"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Đại dịch đã khiến học sinh ít có cơ hội tương tác trực tiếp, việc tạo cơ hội cho học sinh tham gia vào các lớp học ảo đã giúp họ tương tác với giáo viên và bạn bè của mình. Do đó, việc sử dụng sản phẩm lớp học ảo có thể là một dấu hiệu cho thấy trải nghiệm giáo dục tốt.</a:t>
              </a:r>
              <a:endParaRPr lang="en-US" sz="1200" dirty="0">
                <a:solidFill>
                  <a:srgbClr val="434343"/>
                </a:solidFill>
                <a:latin typeface="Roboto"/>
                <a:ea typeface="Roboto"/>
                <a:cs typeface="Roboto"/>
                <a:sym typeface="Roboto"/>
              </a:endParaRPr>
            </a:p>
          </p:txBody>
        </p:sp>
        <p:sp>
          <p:nvSpPr>
            <p:cNvPr id="151" name="Google Shape;151;p17"/>
            <p:cNvSpPr/>
            <p:nvPr/>
          </p:nvSpPr>
          <p:spPr>
            <a:xfrm>
              <a:off x="815175" y="1035568"/>
              <a:ext cx="607500" cy="9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 name="Google Shape;152;p17"/>
          <p:cNvGrpSpPr/>
          <p:nvPr/>
        </p:nvGrpSpPr>
        <p:grpSpPr>
          <a:xfrm>
            <a:off x="710275" y="3101382"/>
            <a:ext cx="2886365" cy="1014423"/>
            <a:chOff x="710275" y="2929813"/>
            <a:chExt cx="2886365" cy="1014423"/>
          </a:xfrm>
        </p:grpSpPr>
        <p:sp>
          <p:nvSpPr>
            <p:cNvPr id="154" name="Google Shape;154;p17"/>
            <p:cNvSpPr txBox="1"/>
            <p:nvPr/>
          </p:nvSpPr>
          <p:spPr>
            <a:xfrm>
              <a:off x="710275" y="3395836"/>
              <a:ext cx="2886365"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Có thể thấy rằng chỉ có khoảng 20% học sinh Hoa Kỳ sử dụng sản phẩm lớp học ảo hàng ngày trong năm học 2019/20 sau khi dịch COVID-19 bùng phát và con số này chỉ tăng nhẹ lên khoảng 30% trong năm học 2020/21</a:t>
              </a:r>
            </a:p>
          </p:txBody>
        </p:sp>
        <p:sp>
          <p:nvSpPr>
            <p:cNvPr id="155" name="Google Shape;155;p17"/>
            <p:cNvSpPr/>
            <p:nvPr/>
          </p:nvSpPr>
          <p:spPr>
            <a:xfrm>
              <a:off x="815175" y="2929813"/>
              <a:ext cx="607500" cy="92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 name="Arrow: Right 2">
            <a:extLst>
              <a:ext uri="{FF2B5EF4-FFF2-40B4-BE49-F238E27FC236}">
                <a16:creationId xmlns:a16="http://schemas.microsoft.com/office/drawing/2014/main" id="{E295B5A0-884D-89EC-1DDE-26F5520FC70B}"/>
              </a:ext>
            </a:extLst>
          </p:cNvPr>
          <p:cNvSpPr/>
          <p:nvPr/>
        </p:nvSpPr>
        <p:spPr>
          <a:xfrm>
            <a:off x="815175" y="4340689"/>
            <a:ext cx="7852843" cy="76848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400"/>
              <a:t>Điều đó cho thấy phần lớn sinh viên Mỹ không có cơ hội tham gia lớp học ảo</a:t>
            </a:r>
            <a:endParaRPr lang="en-US" dirty="0"/>
          </a:p>
        </p:txBody>
      </p:sp>
    </p:spTree>
    <p:extLst>
      <p:ext uri="{BB962C8B-B14F-4D97-AF65-F5344CB8AC3E}">
        <p14:creationId xmlns:p14="http://schemas.microsoft.com/office/powerpoint/2010/main" val="32561185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a number of data&#10;&#10;Description automatically generated with medium confidence">
            <a:extLst>
              <a:ext uri="{FF2B5EF4-FFF2-40B4-BE49-F238E27FC236}">
                <a16:creationId xmlns:a16="http://schemas.microsoft.com/office/drawing/2014/main" id="{0334B635-C782-3AC1-5EA8-92515B372E63}"/>
              </a:ext>
            </a:extLst>
          </p:cNvPr>
          <p:cNvPicPr>
            <a:picLocks noChangeAspect="1"/>
          </p:cNvPicPr>
          <p:nvPr/>
        </p:nvPicPr>
        <p:blipFill>
          <a:blip r:embed="rId2"/>
          <a:stretch>
            <a:fillRect/>
          </a:stretch>
        </p:blipFill>
        <p:spPr>
          <a:xfrm>
            <a:off x="3904658" y="27123"/>
            <a:ext cx="5239341" cy="5057833"/>
          </a:xfrm>
          <a:prstGeom prst="rect">
            <a:avLst/>
          </a:prstGeom>
        </p:spPr>
      </p:pic>
      <p:sp>
        <p:nvSpPr>
          <p:cNvPr id="5" name="TextBox 4">
            <a:extLst>
              <a:ext uri="{FF2B5EF4-FFF2-40B4-BE49-F238E27FC236}">
                <a16:creationId xmlns:a16="http://schemas.microsoft.com/office/drawing/2014/main" id="{1FEBDA8F-309D-CCAB-2D32-5B4A6934FAC9}"/>
              </a:ext>
            </a:extLst>
          </p:cNvPr>
          <p:cNvSpPr txBox="1"/>
          <p:nvPr/>
        </p:nvSpPr>
        <p:spPr>
          <a:xfrm>
            <a:off x="252575" y="579863"/>
            <a:ext cx="3339663" cy="2893100"/>
          </a:xfrm>
          <a:prstGeom prst="rect">
            <a:avLst/>
          </a:prstGeom>
          <a:noFill/>
        </p:spPr>
        <p:txBody>
          <a:bodyPr wrap="square" rtlCol="0">
            <a:spAutoFit/>
          </a:bodyPr>
          <a:lstStyle/>
          <a:p>
            <a:r>
              <a:rPr lang="vi-VN" dirty="0"/>
              <a:t>Mối tương quan giữa Không có quyền truy cập vào máy tính và Không có quyền truy cập Internet cao.</a:t>
            </a:r>
          </a:p>
          <a:p>
            <a:endParaRPr lang="vi-VN" dirty="0"/>
          </a:p>
          <a:p>
            <a:r>
              <a:rPr lang="vi-VN" dirty="0"/>
              <a:t>Không có quyền truy cập Internet đối với tỷ lệ truy cập của sinh viên có thể được giải thích là do tài nguyên Internet cũng có thể được truy cập qua điện thoại thông minh. </a:t>
            </a:r>
          </a:p>
          <a:p>
            <a:endParaRPr lang="vi-VN" dirty="0"/>
          </a:p>
          <a:p>
            <a:r>
              <a:rPr lang="vi-VN" dirty="0"/>
              <a:t>Chúng ta có thể thấy rằng thu nhập cấp tiểu bang có tương quan với khả năng truy cập internet cấp tiểu bang.  </a:t>
            </a:r>
            <a:endParaRPr lang="en-US" dirty="0"/>
          </a:p>
        </p:txBody>
      </p:sp>
      <p:sp>
        <p:nvSpPr>
          <p:cNvPr id="8" name="Google Shape;247;p19">
            <a:extLst>
              <a:ext uri="{FF2B5EF4-FFF2-40B4-BE49-F238E27FC236}">
                <a16:creationId xmlns:a16="http://schemas.microsoft.com/office/drawing/2014/main" id="{D5659F5C-6C6C-6014-0EE6-1A5558CAF385}"/>
              </a:ext>
            </a:extLst>
          </p:cNvPr>
          <p:cNvSpPr txBox="1">
            <a:spLocks noGrp="1"/>
          </p:cNvSpPr>
          <p:nvPr>
            <p:ph type="title"/>
          </p:nvPr>
        </p:nvSpPr>
        <p:spPr>
          <a:xfrm>
            <a:off x="-430724" y="0"/>
            <a:ext cx="8203200"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CHẤT LƯỢNG TRẢI NGHIỆM GIÁO DỤC TRONG NĂM 2019-2020</a:t>
            </a:r>
            <a:endParaRPr dirty="0"/>
          </a:p>
        </p:txBody>
      </p:sp>
      <p:sp>
        <p:nvSpPr>
          <p:cNvPr id="12" name="TextBox 11">
            <a:extLst>
              <a:ext uri="{FF2B5EF4-FFF2-40B4-BE49-F238E27FC236}">
                <a16:creationId xmlns:a16="http://schemas.microsoft.com/office/drawing/2014/main" id="{0DDFBCAC-91C3-C803-906F-10873E9DBA7E}"/>
              </a:ext>
            </a:extLst>
          </p:cNvPr>
          <p:cNvSpPr txBox="1"/>
          <p:nvPr/>
        </p:nvSpPr>
        <p:spPr>
          <a:xfrm>
            <a:off x="252575" y="3523752"/>
            <a:ext cx="3580285" cy="1600438"/>
          </a:xfrm>
          <a:prstGeom prst="rect">
            <a:avLst/>
          </a:prstGeom>
          <a:noFill/>
        </p:spPr>
        <p:txBody>
          <a:bodyPr wrap="square">
            <a:spAutoFit/>
          </a:bodyPr>
          <a:lstStyle/>
          <a:p>
            <a:r>
              <a:rPr lang="vi-VN" dirty="0"/>
              <a:t>Học sinh da đen và gốc Tây Ban Nha có xu hướng tiếp cận và tham gia ít hơn.</a:t>
            </a:r>
          </a:p>
          <a:p>
            <a:endParaRPr lang="vi-VN" dirty="0"/>
          </a:p>
          <a:p>
            <a:r>
              <a:rPr lang="vi-VN" dirty="0"/>
              <a:t>Những học sinh có hoàn cảnh khó khăn về kinh tế có xu hướng tham gia ít hơn so với những người có mức thu nhập không ở mức trung bình.</a:t>
            </a:r>
            <a:endParaRPr lang="en-US" dirty="0"/>
          </a:p>
        </p:txBody>
      </p:sp>
    </p:spTree>
    <p:extLst>
      <p:ext uri="{BB962C8B-B14F-4D97-AF65-F5344CB8AC3E}">
        <p14:creationId xmlns:p14="http://schemas.microsoft.com/office/powerpoint/2010/main" val="1035086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92" name="Google Shape;192;p18"/>
          <p:cNvSpPr txBox="1">
            <a:spLocks noGrp="1"/>
          </p:cNvSpPr>
          <p:nvPr>
            <p:ph type="title"/>
          </p:nvPr>
        </p:nvSpPr>
        <p:spPr>
          <a:xfrm>
            <a:off x="257040" y="177023"/>
            <a:ext cx="8203200"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CHỈ SỐ TƯƠNG TÁC VÀ PHẦN TRĂM TRUY CẬP VÀO CÁC TRANG HỌC TRỰC TUYẾN CỦA HỌC SINH MỸ NĂM 2020</a:t>
            </a:r>
            <a:endParaRPr dirty="0"/>
          </a:p>
        </p:txBody>
      </p:sp>
      <p:pic>
        <p:nvPicPr>
          <p:cNvPr id="3" name="Picture 2">
            <a:extLst>
              <a:ext uri="{FF2B5EF4-FFF2-40B4-BE49-F238E27FC236}">
                <a16:creationId xmlns:a16="http://schemas.microsoft.com/office/drawing/2014/main" id="{8767895F-C2BF-BE92-FFC8-68C092395377}"/>
              </a:ext>
            </a:extLst>
          </p:cNvPr>
          <p:cNvPicPr>
            <a:picLocks noChangeAspect="1"/>
          </p:cNvPicPr>
          <p:nvPr/>
        </p:nvPicPr>
        <p:blipFill>
          <a:blip r:embed="rId3"/>
          <a:stretch>
            <a:fillRect/>
          </a:stretch>
        </p:blipFill>
        <p:spPr>
          <a:xfrm>
            <a:off x="285424" y="866145"/>
            <a:ext cx="3978642" cy="2337229"/>
          </a:xfrm>
          <a:prstGeom prst="rect">
            <a:avLst/>
          </a:prstGeom>
        </p:spPr>
      </p:pic>
      <p:pic>
        <p:nvPicPr>
          <p:cNvPr id="5" name="Picture 4">
            <a:extLst>
              <a:ext uri="{FF2B5EF4-FFF2-40B4-BE49-F238E27FC236}">
                <a16:creationId xmlns:a16="http://schemas.microsoft.com/office/drawing/2014/main" id="{9E76574B-60E7-8AF8-90BD-F599EC574792}"/>
              </a:ext>
            </a:extLst>
          </p:cNvPr>
          <p:cNvPicPr>
            <a:picLocks noChangeAspect="1"/>
          </p:cNvPicPr>
          <p:nvPr/>
        </p:nvPicPr>
        <p:blipFill>
          <a:blip r:embed="rId4"/>
          <a:stretch>
            <a:fillRect/>
          </a:stretch>
        </p:blipFill>
        <p:spPr>
          <a:xfrm>
            <a:off x="4695600" y="818136"/>
            <a:ext cx="3978000" cy="2362772"/>
          </a:xfrm>
          <a:prstGeom prst="rect">
            <a:avLst/>
          </a:prstGeom>
        </p:spPr>
      </p:pic>
      <p:grpSp>
        <p:nvGrpSpPr>
          <p:cNvPr id="12" name="Google Shape;392;p22">
            <a:extLst>
              <a:ext uri="{FF2B5EF4-FFF2-40B4-BE49-F238E27FC236}">
                <a16:creationId xmlns:a16="http://schemas.microsoft.com/office/drawing/2014/main" id="{52F43320-2B9C-F679-7CF5-77FA6067D3AF}"/>
              </a:ext>
            </a:extLst>
          </p:cNvPr>
          <p:cNvGrpSpPr/>
          <p:nvPr/>
        </p:nvGrpSpPr>
        <p:grpSpPr>
          <a:xfrm>
            <a:off x="380578" y="3210929"/>
            <a:ext cx="3307022" cy="1215299"/>
            <a:chOff x="675181" y="3428306"/>
            <a:chExt cx="2855694" cy="812674"/>
          </a:xfrm>
        </p:grpSpPr>
        <p:sp>
          <p:nvSpPr>
            <p:cNvPr id="14" name="Google Shape;394;p22">
              <a:extLst>
                <a:ext uri="{FF2B5EF4-FFF2-40B4-BE49-F238E27FC236}">
                  <a16:creationId xmlns:a16="http://schemas.microsoft.com/office/drawing/2014/main" id="{12A498C1-4551-036B-A3C8-7648999D638C}"/>
                </a:ext>
              </a:extLst>
            </p:cNvPr>
            <p:cNvSpPr txBox="1"/>
            <p:nvPr/>
          </p:nvSpPr>
          <p:spPr>
            <a:xfrm>
              <a:off x="710275" y="3428306"/>
              <a:ext cx="2820600" cy="366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700" dirty="0">
                  <a:solidFill>
                    <a:schemeClr val="accent5"/>
                  </a:solidFill>
                  <a:latin typeface="Fira Sans Extra Condensed Medium"/>
                  <a:ea typeface="Fira Sans Extra Condensed Medium"/>
                  <a:cs typeface="Fira Sans Extra Condensed Medium"/>
                  <a:sym typeface="Fira Sans Extra Condensed Medium"/>
                </a:rPr>
                <a:t>Tăng trưởng mạnh mẽ của chỉ số tương tác</a:t>
              </a:r>
              <a:endParaRPr lang="en-US" sz="1700" dirty="0">
                <a:solidFill>
                  <a:schemeClr val="accent5"/>
                </a:solidFill>
                <a:latin typeface="Fira Sans Extra Condensed Medium"/>
                <a:ea typeface="Fira Sans Extra Condensed Medium"/>
                <a:cs typeface="Fira Sans Extra Condensed Medium"/>
                <a:sym typeface="Fira Sans Extra Condensed Medium"/>
              </a:endParaRPr>
            </a:p>
          </p:txBody>
        </p:sp>
        <p:sp>
          <p:nvSpPr>
            <p:cNvPr id="15" name="Google Shape;395;p22">
              <a:extLst>
                <a:ext uri="{FF2B5EF4-FFF2-40B4-BE49-F238E27FC236}">
                  <a16:creationId xmlns:a16="http://schemas.microsoft.com/office/drawing/2014/main" id="{2624676C-41E6-9D95-F1AB-45275EC639C9}"/>
                </a:ext>
              </a:extLst>
            </p:cNvPr>
            <p:cNvSpPr txBox="1"/>
            <p:nvPr/>
          </p:nvSpPr>
          <p:spPr>
            <a:xfrm>
              <a:off x="675181" y="3720180"/>
              <a:ext cx="2820600" cy="52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Chỉ số này đã tăng mạnh vào giữa tháng 2,, và đạt đỉnh vào tháng 3 và bắt đầu giảm dần vào tháng 4</a:t>
              </a:r>
              <a:endParaRPr lang="en-US" sz="1200" dirty="0">
                <a:solidFill>
                  <a:srgbClr val="434343"/>
                </a:solidFill>
                <a:latin typeface="Roboto"/>
                <a:ea typeface="Roboto"/>
                <a:cs typeface="Roboto"/>
                <a:sym typeface="Roboto"/>
              </a:endParaRPr>
            </a:p>
          </p:txBody>
        </p:sp>
      </p:grpSp>
      <p:grpSp>
        <p:nvGrpSpPr>
          <p:cNvPr id="17" name="Google Shape;397;p22">
            <a:extLst>
              <a:ext uri="{FF2B5EF4-FFF2-40B4-BE49-F238E27FC236}">
                <a16:creationId xmlns:a16="http://schemas.microsoft.com/office/drawing/2014/main" id="{C9D4EBBB-BC3F-021E-5AA7-DF00EA3EDD3A}"/>
              </a:ext>
            </a:extLst>
          </p:cNvPr>
          <p:cNvGrpSpPr/>
          <p:nvPr/>
        </p:nvGrpSpPr>
        <p:grpSpPr>
          <a:xfrm>
            <a:off x="5877618" y="3203372"/>
            <a:ext cx="3266382" cy="1093012"/>
            <a:chOff x="710325" y="1214925"/>
            <a:chExt cx="2820600" cy="730901"/>
          </a:xfrm>
        </p:grpSpPr>
        <p:sp>
          <p:nvSpPr>
            <p:cNvPr id="19" name="Google Shape;399;p22">
              <a:extLst>
                <a:ext uri="{FF2B5EF4-FFF2-40B4-BE49-F238E27FC236}">
                  <a16:creationId xmlns:a16="http://schemas.microsoft.com/office/drawing/2014/main" id="{28C20468-D590-924A-31EC-7205C2A73393}"/>
                </a:ext>
              </a:extLst>
            </p:cNvPr>
            <p:cNvSpPr txBox="1"/>
            <p:nvPr/>
          </p:nvSpPr>
          <p:spPr>
            <a:xfrm>
              <a:off x="710325" y="1214925"/>
              <a:ext cx="2820600" cy="366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700" dirty="0">
                  <a:solidFill>
                    <a:schemeClr val="accent1"/>
                  </a:solidFill>
                  <a:latin typeface="Fira Sans Extra Condensed Medium"/>
                  <a:ea typeface="Fira Sans Extra Condensed Medium"/>
                  <a:cs typeface="Fira Sans Extra Condensed Medium"/>
                  <a:sym typeface="Fira Sans Extra Condensed Medium"/>
                </a:rPr>
                <a:t>Giảm mạnh của </a:t>
              </a:r>
              <a:r>
                <a:rPr lang="en-US" sz="1700" dirty="0" err="1">
                  <a:solidFill>
                    <a:schemeClr val="accent1"/>
                  </a:solidFill>
                  <a:latin typeface="Fira Sans Extra Condensed Medium"/>
                  <a:ea typeface="Fira Sans Extra Condensed Medium"/>
                  <a:cs typeface="Fira Sans Extra Condensed Medium"/>
                  <a:sym typeface="Fira Sans Extra Condensed Medium"/>
                </a:rPr>
                <a:t>tỷ</a:t>
              </a:r>
              <a:r>
                <a:rPr lang="en-US" sz="1700" dirty="0">
                  <a:solidFill>
                    <a:schemeClr val="accent1"/>
                  </a:solidFill>
                  <a:latin typeface="Fira Sans Extra Condensed Medium"/>
                  <a:ea typeface="Fira Sans Extra Condensed Medium"/>
                  <a:cs typeface="Fira Sans Extra Condensed Medium"/>
                  <a:sym typeface="Fira Sans Extra Condensed Medium"/>
                </a:rPr>
                <a:t> lệ </a:t>
              </a:r>
              <a:r>
                <a:rPr lang="vi-VN" sz="1700" dirty="0">
                  <a:solidFill>
                    <a:schemeClr val="accent1"/>
                  </a:solidFill>
                  <a:latin typeface="Fira Sans Extra Condensed Medium"/>
                  <a:ea typeface="Fira Sans Extra Condensed Medium"/>
                  <a:cs typeface="Fira Sans Extra Condensed Medium"/>
                  <a:sym typeface="Fira Sans Extra Condensed Medium"/>
                </a:rPr>
                <a:t>truy cập</a:t>
              </a:r>
              <a:endParaRPr lang="en-US" sz="1700" dirty="0">
                <a:solidFill>
                  <a:schemeClr val="accent1"/>
                </a:solidFill>
                <a:latin typeface="Fira Sans Extra Condensed Medium"/>
                <a:ea typeface="Fira Sans Extra Condensed Medium"/>
                <a:cs typeface="Fira Sans Extra Condensed Medium"/>
                <a:sym typeface="Fira Sans Extra Condensed Medium"/>
              </a:endParaRPr>
            </a:p>
          </p:txBody>
        </p:sp>
        <p:sp>
          <p:nvSpPr>
            <p:cNvPr id="20" name="Google Shape;400;p22">
              <a:extLst>
                <a:ext uri="{FF2B5EF4-FFF2-40B4-BE49-F238E27FC236}">
                  <a16:creationId xmlns:a16="http://schemas.microsoft.com/office/drawing/2014/main" id="{6AC272A7-1550-4292-99D3-5CC80C185B06}"/>
                </a:ext>
              </a:extLst>
            </p:cNvPr>
            <p:cNvSpPr txBox="1"/>
            <p:nvPr/>
          </p:nvSpPr>
          <p:spPr>
            <a:xfrm>
              <a:off x="710325" y="1425024"/>
              <a:ext cx="2820600" cy="52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Tỷ lệ học sinh truy cập các trang web đã giảm tới một nửa sau khi đại dịch được tuyên bố và các trường công lập đóng cửa.</a:t>
              </a:r>
              <a:endParaRPr lang="en-US" sz="1200" dirty="0">
                <a:solidFill>
                  <a:srgbClr val="434343"/>
                </a:solidFill>
                <a:latin typeface="Roboto"/>
                <a:ea typeface="Roboto"/>
                <a:cs typeface="Roboto"/>
                <a:sym typeface="Roboto"/>
              </a:endParaRPr>
            </a:p>
          </p:txBody>
        </p:sp>
      </p:grpSp>
      <p:grpSp>
        <p:nvGrpSpPr>
          <p:cNvPr id="28" name="Google Shape;387;p22">
            <a:extLst>
              <a:ext uri="{FF2B5EF4-FFF2-40B4-BE49-F238E27FC236}">
                <a16:creationId xmlns:a16="http://schemas.microsoft.com/office/drawing/2014/main" id="{F4CAA924-54ED-0606-5099-454FB234ADF9}"/>
              </a:ext>
            </a:extLst>
          </p:cNvPr>
          <p:cNvGrpSpPr/>
          <p:nvPr/>
        </p:nvGrpSpPr>
        <p:grpSpPr>
          <a:xfrm>
            <a:off x="2900259" y="4224466"/>
            <a:ext cx="3266382" cy="1080281"/>
            <a:chOff x="710325" y="2330425"/>
            <a:chExt cx="2820600" cy="722387"/>
          </a:xfrm>
        </p:grpSpPr>
        <p:sp>
          <p:nvSpPr>
            <p:cNvPr id="29" name="Google Shape;389;p22">
              <a:extLst>
                <a:ext uri="{FF2B5EF4-FFF2-40B4-BE49-F238E27FC236}">
                  <a16:creationId xmlns:a16="http://schemas.microsoft.com/office/drawing/2014/main" id="{4C0C62E3-6DDB-72DF-32D6-532175A9B92D}"/>
                </a:ext>
              </a:extLst>
            </p:cNvPr>
            <p:cNvSpPr txBox="1"/>
            <p:nvPr/>
          </p:nvSpPr>
          <p:spPr>
            <a:xfrm>
              <a:off x="710325" y="2330425"/>
              <a:ext cx="2820600" cy="366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700" dirty="0">
                  <a:solidFill>
                    <a:schemeClr val="accent2"/>
                  </a:solidFill>
                  <a:latin typeface="Fira Sans Extra Condensed Medium"/>
                  <a:ea typeface="Fira Sans Extra Condensed Medium"/>
                  <a:cs typeface="Fira Sans Extra Condensed Medium"/>
                  <a:sym typeface="Fira Sans Extra Condensed Medium"/>
                </a:rPr>
                <a:t>Tăng trở lại của cả hai chỉ số vào năm học 2020/2021</a:t>
              </a:r>
            </a:p>
          </p:txBody>
        </p:sp>
        <p:sp>
          <p:nvSpPr>
            <p:cNvPr id="30" name="Google Shape;390;p22">
              <a:extLst>
                <a:ext uri="{FF2B5EF4-FFF2-40B4-BE49-F238E27FC236}">
                  <a16:creationId xmlns:a16="http://schemas.microsoft.com/office/drawing/2014/main" id="{E3009088-2D3E-532B-1044-69FA338F9753}"/>
                </a:ext>
              </a:extLst>
            </p:cNvPr>
            <p:cNvSpPr txBox="1"/>
            <p:nvPr/>
          </p:nvSpPr>
          <p:spPr>
            <a:xfrm>
              <a:off x="710325" y="2532012"/>
              <a:ext cx="2820600" cy="52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Cả chỉ số tham gia và tỷ lệ tiếp cận đã tăng lên trên mức trước đại dịch</a:t>
              </a:r>
              <a:endParaRPr lang="en-US" sz="1200" dirty="0">
                <a:solidFill>
                  <a:srgbClr val="434343"/>
                </a:solidFill>
                <a:latin typeface="Roboto"/>
                <a:ea typeface="Roboto"/>
                <a:cs typeface="Roboto"/>
                <a:sym typeface="Roboto"/>
              </a:endParaRPr>
            </a:p>
          </p:txBody>
        </p:sp>
      </p:grpSp>
      <p:pic>
        <p:nvPicPr>
          <p:cNvPr id="2" name="Picture 1">
            <a:extLst>
              <a:ext uri="{FF2B5EF4-FFF2-40B4-BE49-F238E27FC236}">
                <a16:creationId xmlns:a16="http://schemas.microsoft.com/office/drawing/2014/main" id="{C8BB693D-980E-81C0-3F48-22668DA3136B}"/>
              </a:ext>
            </a:extLst>
          </p:cNvPr>
          <p:cNvPicPr>
            <a:picLocks noChangeAspect="1"/>
          </p:cNvPicPr>
          <p:nvPr/>
        </p:nvPicPr>
        <p:blipFill>
          <a:blip r:embed="rId5"/>
          <a:stretch>
            <a:fillRect/>
          </a:stretch>
        </p:blipFill>
        <p:spPr>
          <a:xfrm>
            <a:off x="7299214" y="5443902"/>
            <a:ext cx="7055005" cy="3312507"/>
          </a:xfrm>
          <a:prstGeom prst="rect">
            <a:avLst/>
          </a:prstGeom>
        </p:spPr>
      </p:pic>
      <p:sp>
        <p:nvSpPr>
          <p:cNvPr id="4" name="Google Shape;147;p17">
            <a:extLst>
              <a:ext uri="{FF2B5EF4-FFF2-40B4-BE49-F238E27FC236}">
                <a16:creationId xmlns:a16="http://schemas.microsoft.com/office/drawing/2014/main" id="{312415A6-93E2-6845-9F08-5025EEC67B92}"/>
              </a:ext>
            </a:extLst>
          </p:cNvPr>
          <p:cNvSpPr txBox="1">
            <a:spLocks/>
          </p:cNvSpPr>
          <p:nvPr/>
        </p:nvSpPr>
        <p:spPr>
          <a:xfrm>
            <a:off x="-6863941" y="-1598384"/>
            <a:ext cx="8203200" cy="481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2pPr>
            <a:lvl3pPr marR="0" lvl="2"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3pPr>
            <a:lvl4pPr marR="0" lvl="3"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4pPr>
            <a:lvl5pPr marR="0" lvl="4"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5pPr>
            <a:lvl6pPr marR="0" lvl="5"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6pPr>
            <a:lvl7pPr marR="0" lvl="6"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7pPr>
            <a:lvl8pPr marR="0" lvl="7"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8pPr>
            <a:lvl9pPr marR="0" lvl="8" algn="l" rtl="0">
              <a:lnSpc>
                <a:spcPct val="100000"/>
              </a:lnSpc>
              <a:spcBef>
                <a:spcPts val="0"/>
              </a:spcBef>
              <a:spcAft>
                <a:spcPts val="0"/>
              </a:spcAft>
              <a:buClr>
                <a:srgbClr val="000000"/>
              </a:buClr>
              <a:buSzPts val="2500"/>
              <a:buFont typeface="Fira Sans Extra Condensed Medium"/>
              <a:buNone/>
              <a:defRPr sz="2500" b="0" i="0" u="none" strike="noStrike" cap="none">
                <a:solidFill>
                  <a:srgbClr val="000000"/>
                </a:solidFill>
                <a:latin typeface="Fira Sans Extra Condensed Medium"/>
                <a:ea typeface="Fira Sans Extra Condensed Medium"/>
                <a:cs typeface="Fira Sans Extra Condensed Medium"/>
                <a:sym typeface="Fira Sans Extra Condensed Medium"/>
              </a:defRPr>
            </a:lvl9pPr>
          </a:lstStyle>
          <a:p>
            <a:pPr algn="ctr"/>
            <a:r>
              <a:rPr lang="vi-VN" dirty="0"/>
              <a:t>SỰ TƯƠNG TÁC VỚI SẢN PHẨM TRONG CÁC THÁNG-2020</a:t>
            </a:r>
          </a:p>
        </p:txBody>
      </p:sp>
      <p:grpSp>
        <p:nvGrpSpPr>
          <p:cNvPr id="6" name="Google Shape;148;p17">
            <a:extLst>
              <a:ext uri="{FF2B5EF4-FFF2-40B4-BE49-F238E27FC236}">
                <a16:creationId xmlns:a16="http://schemas.microsoft.com/office/drawing/2014/main" id="{3A61CD15-F5CC-431E-4961-8F68754B6932}"/>
              </a:ext>
            </a:extLst>
          </p:cNvPr>
          <p:cNvGrpSpPr/>
          <p:nvPr/>
        </p:nvGrpSpPr>
        <p:grpSpPr>
          <a:xfrm>
            <a:off x="2413579" y="-1461366"/>
            <a:ext cx="3026780" cy="1012537"/>
            <a:chOff x="552620" y="1324199"/>
            <a:chExt cx="2105854" cy="733072"/>
          </a:xfrm>
        </p:grpSpPr>
        <p:sp>
          <p:nvSpPr>
            <p:cNvPr id="7" name="Google Shape;150;p17">
              <a:extLst>
                <a:ext uri="{FF2B5EF4-FFF2-40B4-BE49-F238E27FC236}">
                  <a16:creationId xmlns:a16="http://schemas.microsoft.com/office/drawing/2014/main" id="{727C5759-068D-5245-1527-0FE861383846}"/>
                </a:ext>
              </a:extLst>
            </p:cNvPr>
            <p:cNvSpPr txBox="1"/>
            <p:nvPr/>
          </p:nvSpPr>
          <p:spPr>
            <a:xfrm>
              <a:off x="552620" y="1508871"/>
              <a:ext cx="2105854"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a:solidFill>
                    <a:srgbClr val="434343"/>
                  </a:solidFill>
                  <a:latin typeface="Roboto"/>
                  <a:ea typeface="Roboto"/>
                  <a:cs typeface="Roboto"/>
                  <a:sym typeface="Roboto"/>
                </a:rPr>
                <a:t>“Trường học đóng cửa”cho </a:t>
              </a:r>
              <a:r>
                <a:rPr lang="vi-VN" sz="1200" dirty="0">
                  <a:solidFill>
                    <a:srgbClr val="434343"/>
                  </a:solidFill>
                  <a:latin typeface="Roboto"/>
                  <a:ea typeface="Roboto"/>
                  <a:cs typeface="Roboto"/>
                  <a:sym typeface="Roboto"/>
                </a:rPr>
                <a:t>biết khoảng thời gian trung bình khi các trường học bắt đầu đóng cửa do đại dịch.</a:t>
              </a:r>
            </a:p>
            <a:p>
              <a:pPr marL="0" lvl="0" indent="0" algn="l" rtl="0">
                <a:spcBef>
                  <a:spcPts val="0"/>
                </a:spcBef>
                <a:spcAft>
                  <a:spcPts val="0"/>
                </a:spcAft>
                <a:buNone/>
              </a:pPr>
              <a:endParaRPr lang="en-US" sz="1200" dirty="0">
                <a:solidFill>
                  <a:srgbClr val="434343"/>
                </a:solidFill>
                <a:latin typeface="Roboto"/>
                <a:ea typeface="Roboto"/>
                <a:cs typeface="Roboto"/>
                <a:sym typeface="Roboto"/>
              </a:endParaRPr>
            </a:p>
          </p:txBody>
        </p:sp>
        <p:sp>
          <p:nvSpPr>
            <p:cNvPr id="8" name="Google Shape;151;p17">
              <a:extLst>
                <a:ext uri="{FF2B5EF4-FFF2-40B4-BE49-F238E27FC236}">
                  <a16:creationId xmlns:a16="http://schemas.microsoft.com/office/drawing/2014/main" id="{D0781E20-179D-548C-8077-BD34D54548E1}"/>
                </a:ext>
              </a:extLst>
            </p:cNvPr>
            <p:cNvSpPr/>
            <p:nvPr/>
          </p:nvSpPr>
          <p:spPr>
            <a:xfrm>
              <a:off x="815175" y="1324199"/>
              <a:ext cx="607500" cy="92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 name="Google Shape;154;p17">
            <a:extLst>
              <a:ext uri="{FF2B5EF4-FFF2-40B4-BE49-F238E27FC236}">
                <a16:creationId xmlns:a16="http://schemas.microsoft.com/office/drawing/2014/main" id="{CB1152B3-A3DC-5EB5-6BEB-BB3813B87483}"/>
              </a:ext>
            </a:extLst>
          </p:cNvPr>
          <p:cNvSpPr txBox="1"/>
          <p:nvPr/>
        </p:nvSpPr>
        <p:spPr>
          <a:xfrm>
            <a:off x="-7815912" y="3631047"/>
            <a:ext cx="2568952"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Trước khi đóng cửa trường học việc sử dụng Edu Tech ít hơn so với các thời điểm khác trong năm cho thấy học sinh đã quen thuộc với Edu Tech trước khi các trường bắt đầu giáo dục trực tuyến</a:t>
            </a:r>
            <a:endParaRPr lang="en-US" sz="1200" dirty="0">
              <a:solidFill>
                <a:srgbClr val="434343"/>
              </a:solidFill>
              <a:latin typeface="Roboto"/>
              <a:ea typeface="Roboto"/>
              <a:cs typeface="Roboto"/>
              <a:sym typeface="Roboto"/>
            </a:endParaRPr>
          </a:p>
        </p:txBody>
      </p:sp>
      <p:sp>
        <p:nvSpPr>
          <p:cNvPr id="10" name="Google Shape;151;p17">
            <a:extLst>
              <a:ext uri="{FF2B5EF4-FFF2-40B4-BE49-F238E27FC236}">
                <a16:creationId xmlns:a16="http://schemas.microsoft.com/office/drawing/2014/main" id="{BF5FEA5E-ED97-779C-A683-9D23FAC66AB6}"/>
              </a:ext>
            </a:extLst>
          </p:cNvPr>
          <p:cNvSpPr/>
          <p:nvPr/>
        </p:nvSpPr>
        <p:spPr>
          <a:xfrm>
            <a:off x="-7404606" y="3061192"/>
            <a:ext cx="873170" cy="127211"/>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54;p17">
            <a:extLst>
              <a:ext uri="{FF2B5EF4-FFF2-40B4-BE49-F238E27FC236}">
                <a16:creationId xmlns:a16="http://schemas.microsoft.com/office/drawing/2014/main" id="{0D0467D4-4F31-C837-14FD-0263703BF8F9}"/>
              </a:ext>
            </a:extLst>
          </p:cNvPr>
          <p:cNvSpPr txBox="1"/>
          <p:nvPr/>
        </p:nvSpPr>
        <p:spPr>
          <a:xfrm>
            <a:off x="11633778" y="1486359"/>
            <a:ext cx="2568952" cy="54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Các lần giảm tải trang trên biểu đồ thường vào các ngày cuối tuần và ngày lễ.</a:t>
            </a:r>
            <a:endParaRPr lang="en-US" sz="1200" dirty="0">
              <a:solidFill>
                <a:srgbClr val="434343"/>
              </a:solidFill>
              <a:latin typeface="Roboto"/>
              <a:ea typeface="Roboto"/>
              <a:cs typeface="Roboto"/>
              <a:sym typeface="Roboto"/>
            </a:endParaRPr>
          </a:p>
        </p:txBody>
      </p:sp>
      <p:sp>
        <p:nvSpPr>
          <p:cNvPr id="13" name="Google Shape;151;p17">
            <a:extLst>
              <a:ext uri="{FF2B5EF4-FFF2-40B4-BE49-F238E27FC236}">
                <a16:creationId xmlns:a16="http://schemas.microsoft.com/office/drawing/2014/main" id="{2C4EC8B7-77A8-801E-B0A6-7390F8E29372}"/>
              </a:ext>
            </a:extLst>
          </p:cNvPr>
          <p:cNvSpPr/>
          <p:nvPr/>
        </p:nvSpPr>
        <p:spPr>
          <a:xfrm>
            <a:off x="-7404606" y="4656680"/>
            <a:ext cx="873170" cy="127211"/>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Arrow: Right 15">
            <a:extLst>
              <a:ext uri="{FF2B5EF4-FFF2-40B4-BE49-F238E27FC236}">
                <a16:creationId xmlns:a16="http://schemas.microsoft.com/office/drawing/2014/main" id="{2323B994-21A4-15F8-F7B8-CB0DA3257849}"/>
              </a:ext>
            </a:extLst>
          </p:cNvPr>
          <p:cNvSpPr/>
          <p:nvPr/>
        </p:nvSpPr>
        <p:spPr>
          <a:xfrm>
            <a:off x="-3545844" y="6941153"/>
            <a:ext cx="7852843" cy="76848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a:t>Khi các </a:t>
            </a:r>
            <a:r>
              <a:rPr lang="vi-VN" dirty="0"/>
              <a:t>trường học đóng, không phải tất cả học </a:t>
            </a:r>
            <a:r>
              <a:rPr lang="vi-VN"/>
              <a:t>sinh đều </a:t>
            </a:r>
            <a:r>
              <a:rPr lang="vi-VN" dirty="0"/>
              <a:t>truy cập internet</a:t>
            </a:r>
            <a:endParaRPr lang="en-US" dirty="0"/>
          </a:p>
        </p:txBody>
      </p:sp>
      <p:cxnSp>
        <p:nvCxnSpPr>
          <p:cNvPr id="21" name="Straight Arrow Connector 20">
            <a:extLst>
              <a:ext uri="{FF2B5EF4-FFF2-40B4-BE49-F238E27FC236}">
                <a16:creationId xmlns:a16="http://schemas.microsoft.com/office/drawing/2014/main" id="{77AC85A6-3CC0-299E-647E-EEDC7E33E3B0}"/>
              </a:ext>
            </a:extLst>
          </p:cNvPr>
          <p:cNvCxnSpPr>
            <a:cxnSpLocks/>
          </p:cNvCxnSpPr>
          <p:nvPr/>
        </p:nvCxnSpPr>
        <p:spPr>
          <a:xfrm flipV="1">
            <a:off x="782320" y="1595120"/>
            <a:ext cx="231140" cy="389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Rounded Corners 22">
            <a:extLst>
              <a:ext uri="{FF2B5EF4-FFF2-40B4-BE49-F238E27FC236}">
                <a16:creationId xmlns:a16="http://schemas.microsoft.com/office/drawing/2014/main" id="{2E56ABB2-E5B1-E581-DC66-AC30C1787985}"/>
              </a:ext>
            </a:extLst>
          </p:cNvPr>
          <p:cNvSpPr/>
          <p:nvPr/>
        </p:nvSpPr>
        <p:spPr>
          <a:xfrm>
            <a:off x="865209" y="1387198"/>
            <a:ext cx="734991" cy="29428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800" dirty="0"/>
              <a:t>Ca nhiễm đầu tiên</a:t>
            </a:r>
            <a:endParaRPr lang="en-US" sz="800" dirty="0"/>
          </a:p>
        </p:txBody>
      </p:sp>
      <p:cxnSp>
        <p:nvCxnSpPr>
          <p:cNvPr id="24" name="Straight Arrow Connector 23">
            <a:extLst>
              <a:ext uri="{FF2B5EF4-FFF2-40B4-BE49-F238E27FC236}">
                <a16:creationId xmlns:a16="http://schemas.microsoft.com/office/drawing/2014/main" id="{13418C16-22F6-F029-B2CD-BF2B7CF9FE6D}"/>
              </a:ext>
            </a:extLst>
          </p:cNvPr>
          <p:cNvCxnSpPr>
            <a:cxnSpLocks/>
          </p:cNvCxnSpPr>
          <p:nvPr/>
        </p:nvCxnSpPr>
        <p:spPr>
          <a:xfrm flipV="1">
            <a:off x="5168900" y="1717406"/>
            <a:ext cx="231140" cy="3890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B2878D3B-D568-9A4F-A4DD-67088FEDB416}"/>
              </a:ext>
            </a:extLst>
          </p:cNvPr>
          <p:cNvSpPr/>
          <p:nvPr/>
        </p:nvSpPr>
        <p:spPr>
          <a:xfrm>
            <a:off x="5284470" y="1486359"/>
            <a:ext cx="734991" cy="29428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800" dirty="0"/>
              <a:t>Ca nhiễm đầu tiên</a:t>
            </a:r>
            <a:endParaRPr lang="en-US" sz="800" dirty="0"/>
          </a:p>
        </p:txBody>
      </p:sp>
    </p:spTree>
    <p:extLst>
      <p:ext uri="{BB962C8B-B14F-4D97-AF65-F5344CB8AC3E}">
        <p14:creationId xmlns:p14="http://schemas.microsoft.com/office/powerpoint/2010/main" val="23591598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92" name="Google Shape;192;p18"/>
          <p:cNvSpPr txBox="1">
            <a:spLocks noGrp="1"/>
          </p:cNvSpPr>
          <p:nvPr>
            <p:ph type="title"/>
          </p:nvPr>
        </p:nvSpPr>
        <p:spPr>
          <a:xfrm>
            <a:off x="470400" y="177023"/>
            <a:ext cx="8203200" cy="48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PHÂN TÍCH 2 BANG CỤ THỂ: NEW YORK VÀ UTAH</a:t>
            </a:r>
            <a:endParaRPr dirty="0"/>
          </a:p>
        </p:txBody>
      </p:sp>
      <p:pic>
        <p:nvPicPr>
          <p:cNvPr id="4" name="Picture 3">
            <a:extLst>
              <a:ext uri="{FF2B5EF4-FFF2-40B4-BE49-F238E27FC236}">
                <a16:creationId xmlns:a16="http://schemas.microsoft.com/office/drawing/2014/main" id="{C35F9462-1760-8048-12C0-5F4A454A1917}"/>
              </a:ext>
            </a:extLst>
          </p:cNvPr>
          <p:cNvPicPr>
            <a:picLocks noChangeAspect="1"/>
          </p:cNvPicPr>
          <p:nvPr/>
        </p:nvPicPr>
        <p:blipFill>
          <a:blip r:embed="rId3"/>
          <a:stretch>
            <a:fillRect/>
          </a:stretch>
        </p:blipFill>
        <p:spPr>
          <a:xfrm>
            <a:off x="290270" y="655660"/>
            <a:ext cx="3978000" cy="2351858"/>
          </a:xfrm>
          <a:prstGeom prst="rect">
            <a:avLst/>
          </a:prstGeom>
        </p:spPr>
      </p:pic>
      <p:pic>
        <p:nvPicPr>
          <p:cNvPr id="7" name="Picture 6">
            <a:extLst>
              <a:ext uri="{FF2B5EF4-FFF2-40B4-BE49-F238E27FC236}">
                <a16:creationId xmlns:a16="http://schemas.microsoft.com/office/drawing/2014/main" id="{56981349-AB9B-081C-A459-B80C12D9D03F}"/>
              </a:ext>
            </a:extLst>
          </p:cNvPr>
          <p:cNvPicPr>
            <a:picLocks noChangeAspect="1"/>
          </p:cNvPicPr>
          <p:nvPr/>
        </p:nvPicPr>
        <p:blipFill>
          <a:blip r:embed="rId4"/>
          <a:stretch>
            <a:fillRect/>
          </a:stretch>
        </p:blipFill>
        <p:spPr>
          <a:xfrm>
            <a:off x="4875732" y="655027"/>
            <a:ext cx="3978000" cy="2355687"/>
          </a:xfrm>
          <a:prstGeom prst="rect">
            <a:avLst/>
          </a:prstGeom>
        </p:spPr>
      </p:pic>
      <p:grpSp>
        <p:nvGrpSpPr>
          <p:cNvPr id="9" name="Google Shape;392;p22">
            <a:extLst>
              <a:ext uri="{FF2B5EF4-FFF2-40B4-BE49-F238E27FC236}">
                <a16:creationId xmlns:a16="http://schemas.microsoft.com/office/drawing/2014/main" id="{57F76FD5-79E2-C6D8-58C7-14FBB4D53A42}"/>
              </a:ext>
            </a:extLst>
          </p:cNvPr>
          <p:cNvGrpSpPr/>
          <p:nvPr/>
        </p:nvGrpSpPr>
        <p:grpSpPr>
          <a:xfrm>
            <a:off x="380578" y="2928989"/>
            <a:ext cx="3307022" cy="1215299"/>
            <a:chOff x="675181" y="3428306"/>
            <a:chExt cx="2855694" cy="812674"/>
          </a:xfrm>
        </p:grpSpPr>
        <p:sp>
          <p:nvSpPr>
            <p:cNvPr id="10" name="Google Shape;394;p22">
              <a:extLst>
                <a:ext uri="{FF2B5EF4-FFF2-40B4-BE49-F238E27FC236}">
                  <a16:creationId xmlns:a16="http://schemas.microsoft.com/office/drawing/2014/main" id="{6CAC9815-D286-2DF6-E1B9-61299401C262}"/>
                </a:ext>
              </a:extLst>
            </p:cNvPr>
            <p:cNvSpPr txBox="1"/>
            <p:nvPr/>
          </p:nvSpPr>
          <p:spPr>
            <a:xfrm>
              <a:off x="710275" y="3428306"/>
              <a:ext cx="2820600" cy="366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700" dirty="0">
                  <a:solidFill>
                    <a:schemeClr val="accent5"/>
                  </a:solidFill>
                  <a:latin typeface="Fira Sans Extra Condensed Medium"/>
                  <a:ea typeface="Fira Sans Extra Condensed Medium"/>
                  <a:cs typeface="Fira Sans Extra Condensed Medium"/>
                  <a:sym typeface="Fira Sans Extra Condensed Medium"/>
                </a:rPr>
                <a:t>Tác động của đại dịch</a:t>
              </a:r>
              <a:endParaRPr lang="en-US" sz="1700" dirty="0">
                <a:solidFill>
                  <a:schemeClr val="accent5"/>
                </a:solidFill>
                <a:latin typeface="Fira Sans Extra Condensed Medium"/>
                <a:ea typeface="Fira Sans Extra Condensed Medium"/>
                <a:cs typeface="Fira Sans Extra Condensed Medium"/>
                <a:sym typeface="Fira Sans Extra Condensed Medium"/>
              </a:endParaRPr>
            </a:p>
          </p:txBody>
        </p:sp>
        <p:sp>
          <p:nvSpPr>
            <p:cNvPr id="11" name="Google Shape;395;p22">
              <a:extLst>
                <a:ext uri="{FF2B5EF4-FFF2-40B4-BE49-F238E27FC236}">
                  <a16:creationId xmlns:a16="http://schemas.microsoft.com/office/drawing/2014/main" id="{766ABC80-5E48-C416-13F5-75DE824E306E}"/>
                </a:ext>
              </a:extLst>
            </p:cNvPr>
            <p:cNvSpPr txBox="1"/>
            <p:nvPr/>
          </p:nvSpPr>
          <p:spPr>
            <a:xfrm>
              <a:off x="675181" y="3720180"/>
              <a:ext cx="2820600" cy="52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Tại New York, tỷ lệ truy cập giảm đáng kể sau khi áp dụng học tập từ xa, trong khi ở Utah, tỷ lệ này hầu như không thay đổi.</a:t>
              </a:r>
              <a:endParaRPr lang="en-US" sz="1200" dirty="0">
                <a:solidFill>
                  <a:srgbClr val="434343"/>
                </a:solidFill>
                <a:latin typeface="Roboto"/>
                <a:ea typeface="Roboto"/>
                <a:cs typeface="Roboto"/>
                <a:sym typeface="Roboto"/>
              </a:endParaRPr>
            </a:p>
          </p:txBody>
        </p:sp>
      </p:grpSp>
      <p:grpSp>
        <p:nvGrpSpPr>
          <p:cNvPr id="12" name="Google Shape;397;p22">
            <a:extLst>
              <a:ext uri="{FF2B5EF4-FFF2-40B4-BE49-F238E27FC236}">
                <a16:creationId xmlns:a16="http://schemas.microsoft.com/office/drawing/2014/main" id="{19733C0E-CBBA-91CA-4EE5-A68011EE96E0}"/>
              </a:ext>
            </a:extLst>
          </p:cNvPr>
          <p:cNvGrpSpPr/>
          <p:nvPr/>
        </p:nvGrpSpPr>
        <p:grpSpPr>
          <a:xfrm>
            <a:off x="5877618" y="2959534"/>
            <a:ext cx="3266382" cy="1093010"/>
            <a:chOff x="710325" y="1214925"/>
            <a:chExt cx="2820600" cy="730899"/>
          </a:xfrm>
        </p:grpSpPr>
        <p:sp>
          <p:nvSpPr>
            <p:cNvPr id="13" name="Google Shape;399;p22">
              <a:extLst>
                <a:ext uri="{FF2B5EF4-FFF2-40B4-BE49-F238E27FC236}">
                  <a16:creationId xmlns:a16="http://schemas.microsoft.com/office/drawing/2014/main" id="{B2B47B12-C09E-11B5-47B7-BDE83BDF6E8C}"/>
                </a:ext>
              </a:extLst>
            </p:cNvPr>
            <p:cNvSpPr txBox="1"/>
            <p:nvPr/>
          </p:nvSpPr>
          <p:spPr>
            <a:xfrm>
              <a:off x="710325" y="1214925"/>
              <a:ext cx="2820600" cy="366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700" dirty="0">
                  <a:solidFill>
                    <a:schemeClr val="accent5"/>
                  </a:solidFill>
                  <a:latin typeface="Fira Sans Extra Condensed Medium"/>
                  <a:ea typeface="Fira Sans Extra Condensed Medium"/>
                  <a:cs typeface="Fira Sans Extra Condensed Medium"/>
                  <a:sym typeface="Fira Sans Extra Condensed Medium"/>
                </a:rPr>
                <a:t>Sự tăng trưởng của chỉ số tương tác</a:t>
              </a:r>
              <a:endParaRPr lang="en-US" sz="1700" dirty="0">
                <a:solidFill>
                  <a:schemeClr val="accent5"/>
                </a:solidFill>
                <a:latin typeface="Fira Sans Extra Condensed Medium"/>
                <a:ea typeface="Fira Sans Extra Condensed Medium"/>
                <a:cs typeface="Fira Sans Extra Condensed Medium"/>
                <a:sym typeface="Fira Sans Extra Condensed Medium"/>
              </a:endParaRPr>
            </a:p>
          </p:txBody>
        </p:sp>
        <p:sp>
          <p:nvSpPr>
            <p:cNvPr id="14" name="Google Shape;400;p22">
              <a:extLst>
                <a:ext uri="{FF2B5EF4-FFF2-40B4-BE49-F238E27FC236}">
                  <a16:creationId xmlns:a16="http://schemas.microsoft.com/office/drawing/2014/main" id="{4E0EE30E-9987-032C-B3C3-B428D93D78D7}"/>
                </a:ext>
              </a:extLst>
            </p:cNvPr>
            <p:cNvSpPr txBox="1"/>
            <p:nvPr/>
          </p:nvSpPr>
          <p:spPr>
            <a:xfrm>
              <a:off x="710325" y="1425024"/>
              <a:ext cx="2820600" cy="52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Chỉ số tương tác của học sinh New York tăng đáng kể vào tháng 3 năm 2020, cho thấy sự thành công của việc triển khai học tập từ xa.</a:t>
              </a:r>
              <a:endParaRPr lang="en-US" sz="1200" dirty="0">
                <a:solidFill>
                  <a:srgbClr val="434343"/>
                </a:solidFill>
                <a:latin typeface="Roboto"/>
                <a:ea typeface="Roboto"/>
                <a:cs typeface="Roboto"/>
                <a:sym typeface="Roboto"/>
              </a:endParaRPr>
            </a:p>
          </p:txBody>
        </p:sp>
      </p:grpSp>
      <p:grpSp>
        <p:nvGrpSpPr>
          <p:cNvPr id="17" name="Google Shape;392;p22">
            <a:extLst>
              <a:ext uri="{FF2B5EF4-FFF2-40B4-BE49-F238E27FC236}">
                <a16:creationId xmlns:a16="http://schemas.microsoft.com/office/drawing/2014/main" id="{0F40D358-7D5E-5A1F-56F3-81AD82EB4291}"/>
              </a:ext>
            </a:extLst>
          </p:cNvPr>
          <p:cNvGrpSpPr/>
          <p:nvPr/>
        </p:nvGrpSpPr>
        <p:grpSpPr>
          <a:xfrm>
            <a:off x="3019639" y="3951425"/>
            <a:ext cx="3800263" cy="1168232"/>
            <a:chOff x="710275" y="3428306"/>
            <a:chExt cx="3281619" cy="781200"/>
          </a:xfrm>
        </p:grpSpPr>
        <p:sp>
          <p:nvSpPr>
            <p:cNvPr id="18" name="Google Shape;394;p22">
              <a:extLst>
                <a:ext uri="{FF2B5EF4-FFF2-40B4-BE49-F238E27FC236}">
                  <a16:creationId xmlns:a16="http://schemas.microsoft.com/office/drawing/2014/main" id="{FF252811-80D0-5840-69AF-4258B4E57A6D}"/>
                </a:ext>
              </a:extLst>
            </p:cNvPr>
            <p:cNvSpPr txBox="1"/>
            <p:nvPr/>
          </p:nvSpPr>
          <p:spPr>
            <a:xfrm>
              <a:off x="710275" y="3428306"/>
              <a:ext cx="3281619" cy="366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700" dirty="0">
                  <a:solidFill>
                    <a:schemeClr val="accent5"/>
                  </a:solidFill>
                  <a:latin typeface="Fira Sans Extra Condensed Medium"/>
                  <a:ea typeface="Fira Sans Extra Condensed Medium"/>
                  <a:cs typeface="Fira Sans Extra Condensed Medium"/>
                  <a:sym typeface="Fira Sans Extra Condensed Medium"/>
                </a:rPr>
                <a:t>Tác động của chính sách và hỗ trợ tài chính</a:t>
              </a:r>
              <a:endParaRPr lang="en-US" sz="1700" dirty="0">
                <a:solidFill>
                  <a:schemeClr val="accent5"/>
                </a:solidFill>
                <a:latin typeface="Fira Sans Extra Condensed Medium"/>
                <a:ea typeface="Fira Sans Extra Condensed Medium"/>
                <a:cs typeface="Fira Sans Extra Condensed Medium"/>
                <a:sym typeface="Fira Sans Extra Condensed Medium"/>
              </a:endParaRPr>
            </a:p>
          </p:txBody>
        </p:sp>
        <p:sp>
          <p:nvSpPr>
            <p:cNvPr id="19" name="Google Shape;395;p22">
              <a:extLst>
                <a:ext uri="{FF2B5EF4-FFF2-40B4-BE49-F238E27FC236}">
                  <a16:creationId xmlns:a16="http://schemas.microsoft.com/office/drawing/2014/main" id="{9AE281F1-B0B5-B2A2-344F-CF2397316C7C}"/>
                </a:ext>
              </a:extLst>
            </p:cNvPr>
            <p:cNvSpPr txBox="1"/>
            <p:nvPr/>
          </p:nvSpPr>
          <p:spPr>
            <a:xfrm>
              <a:off x="710275" y="3688706"/>
              <a:ext cx="2820600" cy="520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1200" dirty="0">
                  <a:solidFill>
                    <a:srgbClr val="434343"/>
                  </a:solidFill>
                  <a:latin typeface="Roboto"/>
                  <a:ea typeface="Roboto"/>
                  <a:cs typeface="Roboto"/>
                  <a:sym typeface="Roboto"/>
                </a:rPr>
                <a:t>Các chính sách và hỗ trợ tài chính của chính phủ và địa phương đã giúp cải thiện khả năng tiếp cận học tập trực tuyến của học sinh New York.</a:t>
              </a:r>
              <a:endParaRPr lang="en-US" sz="1200" dirty="0">
                <a:solidFill>
                  <a:srgbClr val="434343"/>
                </a:solidFill>
                <a:latin typeface="Roboto"/>
                <a:ea typeface="Roboto"/>
                <a:cs typeface="Roboto"/>
                <a:sym typeface="Roboto"/>
              </a:endParaRPr>
            </a:p>
          </p:txBody>
        </p:sp>
      </p:grpSp>
    </p:spTree>
    <p:extLst>
      <p:ext uri="{BB962C8B-B14F-4D97-AF65-F5344CB8AC3E}">
        <p14:creationId xmlns:p14="http://schemas.microsoft.com/office/powerpoint/2010/main" val="3285457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45"/>
          <p:cNvSpPr txBox="1">
            <a:spLocks noGrp="1"/>
          </p:cNvSpPr>
          <p:nvPr>
            <p:ph type="title"/>
          </p:nvPr>
        </p:nvSpPr>
        <p:spPr>
          <a:xfrm>
            <a:off x="2604300" y="540000"/>
            <a:ext cx="3935400"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TẠI SAO LẠI CÓ SỰ KHÁC BIỆT</a:t>
            </a:r>
            <a:endParaRPr dirty="0"/>
          </a:p>
        </p:txBody>
      </p:sp>
      <p:sp>
        <p:nvSpPr>
          <p:cNvPr id="965" name="Google Shape;965;p45"/>
          <p:cNvSpPr txBox="1">
            <a:spLocks noGrp="1"/>
          </p:cNvSpPr>
          <p:nvPr>
            <p:ph type="title" idx="2"/>
          </p:nvPr>
        </p:nvSpPr>
        <p:spPr>
          <a:xfrm>
            <a:off x="724125" y="1969878"/>
            <a:ext cx="2316000" cy="37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 Sự khác biệt về chính sách</a:t>
            </a:r>
            <a:br>
              <a:rPr lang="en-US" dirty="0"/>
            </a:br>
            <a:endParaRPr lang="en-US" dirty="0"/>
          </a:p>
        </p:txBody>
      </p:sp>
      <p:sp>
        <p:nvSpPr>
          <p:cNvPr id="967" name="Google Shape;967;p45"/>
          <p:cNvSpPr txBox="1">
            <a:spLocks noGrp="1"/>
          </p:cNvSpPr>
          <p:nvPr>
            <p:ph type="title" idx="4"/>
          </p:nvPr>
        </p:nvSpPr>
        <p:spPr>
          <a:xfrm>
            <a:off x="722854" y="3389793"/>
            <a:ext cx="2316000" cy="37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vi-VN" dirty="0"/>
              <a:t>Chênh lệch về trình độ học vấn</a:t>
            </a:r>
          </a:p>
        </p:txBody>
      </p:sp>
      <p:sp>
        <p:nvSpPr>
          <p:cNvPr id="969" name="Google Shape;969;p45"/>
          <p:cNvSpPr txBox="1">
            <a:spLocks noGrp="1"/>
          </p:cNvSpPr>
          <p:nvPr>
            <p:ph type="title" idx="6"/>
          </p:nvPr>
        </p:nvSpPr>
        <p:spPr>
          <a:xfrm>
            <a:off x="6103870" y="1969878"/>
            <a:ext cx="2316000" cy="373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Sự khác biệt về nhân khẩu học</a:t>
            </a:r>
            <a:br>
              <a:rPr lang="en-US" dirty="0"/>
            </a:br>
            <a:endParaRPr lang="en-US" dirty="0"/>
          </a:p>
        </p:txBody>
      </p:sp>
      <p:grpSp>
        <p:nvGrpSpPr>
          <p:cNvPr id="976" name="Google Shape;976;p45"/>
          <p:cNvGrpSpPr/>
          <p:nvPr/>
        </p:nvGrpSpPr>
        <p:grpSpPr>
          <a:xfrm>
            <a:off x="1691155" y="3072405"/>
            <a:ext cx="423999" cy="317400"/>
            <a:chOff x="4360001" y="1652487"/>
            <a:chExt cx="423999" cy="317400"/>
          </a:xfrm>
        </p:grpSpPr>
        <p:sp>
          <p:nvSpPr>
            <p:cNvPr id="977" name="Google Shape;977;p45"/>
            <p:cNvSpPr/>
            <p:nvPr/>
          </p:nvSpPr>
          <p:spPr>
            <a:xfrm>
              <a:off x="4360001" y="1701936"/>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rgbClr val="FF66AE"/>
                </a:gs>
                <a:gs pos="100000">
                  <a:srgbClr val="DA086A"/>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45"/>
            <p:cNvSpPr/>
            <p:nvPr/>
          </p:nvSpPr>
          <p:spPr>
            <a:xfrm>
              <a:off x="4360001" y="1652487"/>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45"/>
            <p:cNvSpPr/>
            <p:nvPr/>
          </p:nvSpPr>
          <p:spPr>
            <a:xfrm>
              <a:off x="4395040" y="1673157"/>
              <a:ext cx="353920"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0" name="Google Shape;980;p45"/>
          <p:cNvGrpSpPr/>
          <p:nvPr/>
        </p:nvGrpSpPr>
        <p:grpSpPr>
          <a:xfrm>
            <a:off x="1670126" y="1652475"/>
            <a:ext cx="423999" cy="317400"/>
            <a:chOff x="1670126" y="1652475"/>
            <a:chExt cx="423999" cy="317400"/>
          </a:xfrm>
        </p:grpSpPr>
        <p:sp>
          <p:nvSpPr>
            <p:cNvPr id="981" name="Google Shape;981;p45"/>
            <p:cNvSpPr/>
            <p:nvPr/>
          </p:nvSpPr>
          <p:spPr>
            <a:xfrm>
              <a:off x="1670126" y="1701924"/>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45"/>
            <p:cNvSpPr/>
            <p:nvPr/>
          </p:nvSpPr>
          <p:spPr>
            <a:xfrm>
              <a:off x="1670126" y="1652475"/>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45"/>
            <p:cNvSpPr/>
            <p:nvPr/>
          </p:nvSpPr>
          <p:spPr>
            <a:xfrm>
              <a:off x="1705165" y="1673145"/>
              <a:ext cx="353920"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4" name="Google Shape;984;p45"/>
          <p:cNvGrpSpPr/>
          <p:nvPr/>
        </p:nvGrpSpPr>
        <p:grpSpPr>
          <a:xfrm>
            <a:off x="7049896" y="1652475"/>
            <a:ext cx="423948" cy="317399"/>
            <a:chOff x="7049864" y="1652475"/>
            <a:chExt cx="423948" cy="317399"/>
          </a:xfrm>
        </p:grpSpPr>
        <p:sp>
          <p:nvSpPr>
            <p:cNvPr id="985" name="Google Shape;985;p45"/>
            <p:cNvSpPr/>
            <p:nvPr/>
          </p:nvSpPr>
          <p:spPr>
            <a:xfrm>
              <a:off x="7049864" y="1701924"/>
              <a:ext cx="423948"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45"/>
            <p:cNvSpPr/>
            <p:nvPr/>
          </p:nvSpPr>
          <p:spPr>
            <a:xfrm>
              <a:off x="7049864" y="1652475"/>
              <a:ext cx="423948"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45"/>
            <p:cNvSpPr/>
            <p:nvPr/>
          </p:nvSpPr>
          <p:spPr>
            <a:xfrm>
              <a:off x="7084899" y="1673145"/>
              <a:ext cx="353878"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 name="Google Shape;973;p45">
            <a:extLst>
              <a:ext uri="{FF2B5EF4-FFF2-40B4-BE49-F238E27FC236}">
                <a16:creationId xmlns:a16="http://schemas.microsoft.com/office/drawing/2014/main" id="{BB87A1DA-1ACF-D894-2DEC-4A38A1BC9B06}"/>
              </a:ext>
            </a:extLst>
          </p:cNvPr>
          <p:cNvSpPr txBox="1">
            <a:spLocks/>
          </p:cNvSpPr>
          <p:nvPr/>
        </p:nvSpPr>
        <p:spPr>
          <a:xfrm>
            <a:off x="6140861" y="3428786"/>
            <a:ext cx="2316000" cy="373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800"/>
              <a:buFont typeface="Fira Sans Extra Condensed Medium"/>
              <a:buNone/>
              <a:defRPr sz="2400" b="0" i="0" u="none" strike="noStrike" cap="none">
                <a:solidFill>
                  <a:srgbClr val="000000"/>
                </a:solidFill>
                <a:latin typeface="Fira Sans Extra Condensed Medium"/>
                <a:ea typeface="Fira Sans Extra Condensed Medium"/>
                <a:cs typeface="Fira Sans Extra Condensed Medium"/>
                <a:sym typeface="Fira Sans Extra Condensed Medium"/>
              </a:defRPr>
            </a:lvl1pPr>
            <a:lvl2pPr marR="0" lvl="1" algn="l" rtl="0">
              <a:lnSpc>
                <a:spcPct val="100000"/>
              </a:lnSpc>
              <a:spcBef>
                <a:spcPts val="0"/>
              </a:spcBef>
              <a:spcAft>
                <a:spcPts val="0"/>
              </a:spcAft>
              <a:buClr>
                <a:srgbClr val="000000"/>
              </a:buClr>
              <a:buSzPts val="2800"/>
              <a:buFont typeface="Patrick Hand"/>
              <a:buNone/>
              <a:defRPr sz="2500" b="0" i="0" u="none" strike="noStrike" cap="none">
                <a:solidFill>
                  <a:srgbClr val="000000"/>
                </a:solidFill>
                <a:latin typeface="Patrick Hand"/>
                <a:ea typeface="Patrick Hand"/>
                <a:cs typeface="Patrick Hand"/>
                <a:sym typeface="Patrick Hand"/>
              </a:defRPr>
            </a:lvl2pPr>
            <a:lvl3pPr marR="0" lvl="2" algn="l" rtl="0">
              <a:lnSpc>
                <a:spcPct val="100000"/>
              </a:lnSpc>
              <a:spcBef>
                <a:spcPts val="0"/>
              </a:spcBef>
              <a:spcAft>
                <a:spcPts val="0"/>
              </a:spcAft>
              <a:buClr>
                <a:srgbClr val="000000"/>
              </a:buClr>
              <a:buSzPts val="2800"/>
              <a:buFont typeface="Patrick Hand"/>
              <a:buNone/>
              <a:defRPr sz="2500" b="0" i="0" u="none" strike="noStrike" cap="none">
                <a:solidFill>
                  <a:srgbClr val="000000"/>
                </a:solidFill>
                <a:latin typeface="Patrick Hand"/>
                <a:ea typeface="Patrick Hand"/>
                <a:cs typeface="Patrick Hand"/>
                <a:sym typeface="Patrick Hand"/>
              </a:defRPr>
            </a:lvl3pPr>
            <a:lvl4pPr marR="0" lvl="3" algn="l" rtl="0">
              <a:lnSpc>
                <a:spcPct val="100000"/>
              </a:lnSpc>
              <a:spcBef>
                <a:spcPts val="0"/>
              </a:spcBef>
              <a:spcAft>
                <a:spcPts val="0"/>
              </a:spcAft>
              <a:buClr>
                <a:srgbClr val="000000"/>
              </a:buClr>
              <a:buSzPts val="2800"/>
              <a:buFont typeface="Patrick Hand"/>
              <a:buNone/>
              <a:defRPr sz="2500" b="0" i="0" u="none" strike="noStrike" cap="none">
                <a:solidFill>
                  <a:srgbClr val="000000"/>
                </a:solidFill>
                <a:latin typeface="Patrick Hand"/>
                <a:ea typeface="Patrick Hand"/>
                <a:cs typeface="Patrick Hand"/>
                <a:sym typeface="Patrick Hand"/>
              </a:defRPr>
            </a:lvl4pPr>
            <a:lvl5pPr marR="0" lvl="4" algn="l" rtl="0">
              <a:lnSpc>
                <a:spcPct val="100000"/>
              </a:lnSpc>
              <a:spcBef>
                <a:spcPts val="0"/>
              </a:spcBef>
              <a:spcAft>
                <a:spcPts val="0"/>
              </a:spcAft>
              <a:buClr>
                <a:srgbClr val="000000"/>
              </a:buClr>
              <a:buSzPts val="2800"/>
              <a:buFont typeface="Patrick Hand"/>
              <a:buNone/>
              <a:defRPr sz="2500" b="0" i="0" u="none" strike="noStrike" cap="none">
                <a:solidFill>
                  <a:srgbClr val="000000"/>
                </a:solidFill>
                <a:latin typeface="Patrick Hand"/>
                <a:ea typeface="Patrick Hand"/>
                <a:cs typeface="Patrick Hand"/>
                <a:sym typeface="Patrick Hand"/>
              </a:defRPr>
            </a:lvl5pPr>
            <a:lvl6pPr marR="0" lvl="5" algn="l" rtl="0">
              <a:lnSpc>
                <a:spcPct val="100000"/>
              </a:lnSpc>
              <a:spcBef>
                <a:spcPts val="0"/>
              </a:spcBef>
              <a:spcAft>
                <a:spcPts val="0"/>
              </a:spcAft>
              <a:buClr>
                <a:srgbClr val="000000"/>
              </a:buClr>
              <a:buSzPts val="2800"/>
              <a:buFont typeface="Patrick Hand"/>
              <a:buNone/>
              <a:defRPr sz="2500" b="0" i="0" u="none" strike="noStrike" cap="none">
                <a:solidFill>
                  <a:srgbClr val="000000"/>
                </a:solidFill>
                <a:latin typeface="Patrick Hand"/>
                <a:ea typeface="Patrick Hand"/>
                <a:cs typeface="Patrick Hand"/>
                <a:sym typeface="Patrick Hand"/>
              </a:defRPr>
            </a:lvl6pPr>
            <a:lvl7pPr marR="0" lvl="6" algn="l" rtl="0">
              <a:lnSpc>
                <a:spcPct val="100000"/>
              </a:lnSpc>
              <a:spcBef>
                <a:spcPts val="0"/>
              </a:spcBef>
              <a:spcAft>
                <a:spcPts val="0"/>
              </a:spcAft>
              <a:buClr>
                <a:srgbClr val="000000"/>
              </a:buClr>
              <a:buSzPts val="2800"/>
              <a:buFont typeface="Patrick Hand"/>
              <a:buNone/>
              <a:defRPr sz="2500" b="0" i="0" u="none" strike="noStrike" cap="none">
                <a:solidFill>
                  <a:srgbClr val="000000"/>
                </a:solidFill>
                <a:latin typeface="Patrick Hand"/>
                <a:ea typeface="Patrick Hand"/>
                <a:cs typeface="Patrick Hand"/>
                <a:sym typeface="Patrick Hand"/>
              </a:defRPr>
            </a:lvl7pPr>
            <a:lvl8pPr marR="0" lvl="7" algn="l" rtl="0">
              <a:lnSpc>
                <a:spcPct val="100000"/>
              </a:lnSpc>
              <a:spcBef>
                <a:spcPts val="0"/>
              </a:spcBef>
              <a:spcAft>
                <a:spcPts val="0"/>
              </a:spcAft>
              <a:buClr>
                <a:srgbClr val="000000"/>
              </a:buClr>
              <a:buSzPts val="2800"/>
              <a:buFont typeface="Patrick Hand"/>
              <a:buNone/>
              <a:defRPr sz="2500" b="0" i="0" u="none" strike="noStrike" cap="none">
                <a:solidFill>
                  <a:srgbClr val="000000"/>
                </a:solidFill>
                <a:latin typeface="Patrick Hand"/>
                <a:ea typeface="Patrick Hand"/>
                <a:cs typeface="Patrick Hand"/>
                <a:sym typeface="Patrick Hand"/>
              </a:defRPr>
            </a:lvl8pPr>
            <a:lvl9pPr marR="0" lvl="8" algn="l" rtl="0">
              <a:lnSpc>
                <a:spcPct val="100000"/>
              </a:lnSpc>
              <a:spcBef>
                <a:spcPts val="0"/>
              </a:spcBef>
              <a:spcAft>
                <a:spcPts val="0"/>
              </a:spcAft>
              <a:buClr>
                <a:srgbClr val="000000"/>
              </a:buClr>
              <a:buSzPts val="2800"/>
              <a:buFont typeface="Patrick Hand"/>
              <a:buNone/>
              <a:defRPr sz="2500" b="0" i="0" u="none" strike="noStrike" cap="none">
                <a:solidFill>
                  <a:srgbClr val="000000"/>
                </a:solidFill>
                <a:latin typeface="Patrick Hand"/>
                <a:ea typeface="Patrick Hand"/>
                <a:cs typeface="Patrick Hand"/>
                <a:sym typeface="Patrick Hand"/>
              </a:defRPr>
            </a:lvl9pPr>
          </a:lstStyle>
          <a:p>
            <a:pPr algn="ctr"/>
            <a:r>
              <a:rPr lang="en-US" dirty="0"/>
              <a:t>Yếu tố khác</a:t>
            </a:r>
          </a:p>
          <a:p>
            <a:pPr algn="ctr"/>
            <a:endParaRPr lang="en-US" dirty="0"/>
          </a:p>
        </p:txBody>
      </p:sp>
      <p:grpSp>
        <p:nvGrpSpPr>
          <p:cNvPr id="24" name="Google Shape;988;p45">
            <a:extLst>
              <a:ext uri="{FF2B5EF4-FFF2-40B4-BE49-F238E27FC236}">
                <a16:creationId xmlns:a16="http://schemas.microsoft.com/office/drawing/2014/main" id="{61A0568E-531F-40AC-6D99-9AAA643A090C}"/>
              </a:ext>
            </a:extLst>
          </p:cNvPr>
          <p:cNvGrpSpPr/>
          <p:nvPr/>
        </p:nvGrpSpPr>
        <p:grpSpPr>
          <a:xfrm>
            <a:off x="7086862" y="3121854"/>
            <a:ext cx="423999" cy="306928"/>
            <a:chOff x="4360001" y="3224262"/>
            <a:chExt cx="423999" cy="306928"/>
          </a:xfrm>
        </p:grpSpPr>
        <p:sp>
          <p:nvSpPr>
            <p:cNvPr id="25" name="Google Shape;989;p45">
              <a:extLst>
                <a:ext uri="{FF2B5EF4-FFF2-40B4-BE49-F238E27FC236}">
                  <a16:creationId xmlns:a16="http://schemas.microsoft.com/office/drawing/2014/main" id="{B41ED7D2-27E6-F4C5-0C11-5D92F78E796E}"/>
                </a:ext>
              </a:extLst>
            </p:cNvPr>
            <p:cNvSpPr/>
            <p:nvPr/>
          </p:nvSpPr>
          <p:spPr>
            <a:xfrm>
              <a:off x="4360001" y="3263240"/>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90;p45">
              <a:extLst>
                <a:ext uri="{FF2B5EF4-FFF2-40B4-BE49-F238E27FC236}">
                  <a16:creationId xmlns:a16="http://schemas.microsoft.com/office/drawing/2014/main" id="{DECCF819-0FD3-BF68-E6D0-B4856F023A33}"/>
                </a:ext>
              </a:extLst>
            </p:cNvPr>
            <p:cNvSpPr/>
            <p:nvPr/>
          </p:nvSpPr>
          <p:spPr>
            <a:xfrm>
              <a:off x="4360001" y="3224262"/>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91;p45">
              <a:extLst>
                <a:ext uri="{FF2B5EF4-FFF2-40B4-BE49-F238E27FC236}">
                  <a16:creationId xmlns:a16="http://schemas.microsoft.com/office/drawing/2014/main" id="{66E7FA13-B84E-C01E-58BC-4E1AA958F452}"/>
                </a:ext>
              </a:extLst>
            </p:cNvPr>
            <p:cNvSpPr/>
            <p:nvPr/>
          </p:nvSpPr>
          <p:spPr>
            <a:xfrm>
              <a:off x="4395040" y="3244932"/>
              <a:ext cx="353920"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pic>
        <p:nvPicPr>
          <p:cNvPr id="1026" name="Picture 2" descr="Call Center Company for Government Agencies | Contact Center Outsourcing">
            <a:extLst>
              <a:ext uri="{FF2B5EF4-FFF2-40B4-BE49-F238E27FC236}">
                <a16:creationId xmlns:a16="http://schemas.microsoft.com/office/drawing/2014/main" id="{609381E6-5A93-3F58-06BC-B5D3738877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0758" y="2017685"/>
            <a:ext cx="2762250" cy="1657350"/>
          </a:xfrm>
          <a:prstGeom prst="rect">
            <a:avLst/>
          </a:prstGeom>
          <a:noFill/>
          <a:extLst>
            <a:ext uri="{909E8E84-426E-40DD-AFC4-6F175D3DCCD1}">
              <a14:hiddenFill xmlns:a14="http://schemas.microsoft.com/office/drawing/2010/main">
                <a:solidFill>
                  <a:srgbClr val="FFFFFF"/>
                </a:solidFill>
              </a14:hiddenFill>
            </a:ext>
          </a:extLst>
        </p:spPr>
      </p:pic>
      <p:sp>
        <p:nvSpPr>
          <p:cNvPr id="1195" name="Google Shape;1195;p51"/>
          <p:cNvSpPr txBox="1">
            <a:spLocks noGrp="1"/>
          </p:cNvSpPr>
          <p:nvPr>
            <p:ph type="title" idx="6"/>
          </p:nvPr>
        </p:nvSpPr>
        <p:spPr>
          <a:xfrm>
            <a:off x="2604300" y="540000"/>
            <a:ext cx="3935400"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SỰ KHÁC BIỆT VỀ CHÍNH SÁCH</a:t>
            </a:r>
            <a:endParaRPr dirty="0"/>
          </a:p>
        </p:txBody>
      </p:sp>
      <p:sp>
        <p:nvSpPr>
          <p:cNvPr id="1198" name="Google Shape;1198;p51"/>
          <p:cNvSpPr/>
          <p:nvPr/>
        </p:nvSpPr>
        <p:spPr>
          <a:xfrm>
            <a:off x="2918345" y="2502278"/>
            <a:ext cx="55" cy="55"/>
          </a:xfrm>
          <a:custGeom>
            <a:avLst/>
            <a:gdLst/>
            <a:ahLst/>
            <a:cxnLst/>
            <a:rect l="l" t="t" r="r" b="b"/>
            <a:pathLst>
              <a:path w="1" h="1" extrusionOk="0">
                <a:moveTo>
                  <a:pt x="1" y="1"/>
                </a:moveTo>
                <a:close/>
              </a:path>
            </a:pathLst>
          </a:custGeom>
          <a:solidFill>
            <a:srgbClr val="E1A9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51"/>
          <p:cNvSpPr txBox="1">
            <a:spLocks noGrp="1"/>
          </p:cNvSpPr>
          <p:nvPr>
            <p:ph type="subTitle" idx="1"/>
          </p:nvPr>
        </p:nvSpPr>
        <p:spPr>
          <a:xfrm>
            <a:off x="943349" y="1842673"/>
            <a:ext cx="3628651" cy="571500"/>
          </a:xfrm>
          <a:prstGeom prst="rect">
            <a:avLst/>
          </a:prstGeom>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100"/>
              <a:buFont typeface="Arial"/>
              <a:buNone/>
            </a:pPr>
            <a:r>
              <a:rPr lang="vi-VN" sz="1200" dirty="0"/>
              <a:t>Utah có thể đã đóng cửa trường học sớm hơn hoặc áp dụng các biện pháp hạn chế nghiêm ngặt hơn đối với việc học trực tiếp, việc đóng của sớm này có thể thúc đẩy nhanh chóng áp dụng học tập trực tuyến ở Utah</a:t>
            </a:r>
            <a:endParaRPr lang="en-US" sz="1200" dirty="0"/>
          </a:p>
        </p:txBody>
      </p:sp>
      <p:sp>
        <p:nvSpPr>
          <p:cNvPr id="1309" name="Google Shape;1309;p51"/>
          <p:cNvSpPr txBox="1">
            <a:spLocks noGrp="1"/>
          </p:cNvSpPr>
          <p:nvPr>
            <p:ph type="title"/>
          </p:nvPr>
        </p:nvSpPr>
        <p:spPr>
          <a:xfrm>
            <a:off x="943250" y="1096830"/>
            <a:ext cx="2316000" cy="37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vi-VN" dirty="0"/>
              <a:t>Thời điểm đóng cửa trường học</a:t>
            </a:r>
            <a:endParaRPr lang="en-US" dirty="0"/>
          </a:p>
        </p:txBody>
      </p:sp>
      <p:sp>
        <p:nvSpPr>
          <p:cNvPr id="1310" name="Google Shape;1310;p51"/>
          <p:cNvSpPr txBox="1">
            <a:spLocks noGrp="1"/>
          </p:cNvSpPr>
          <p:nvPr>
            <p:ph type="subTitle" idx="4"/>
          </p:nvPr>
        </p:nvSpPr>
        <p:spPr>
          <a:xfrm>
            <a:off x="946776" y="3934565"/>
            <a:ext cx="2316000" cy="57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200" dirty="0"/>
              <a:t>Utah có thể có những quy định thân thiện với việc học trực tuyến hơn, chẳng hạn như yêu cầu ít giờ học trực tiếp hơn hoặc cung cấp nhiều nguồn lực học tập trực tuyến hơn.</a:t>
            </a:r>
            <a:endParaRPr lang="en-US" sz="1200" dirty="0"/>
          </a:p>
        </p:txBody>
      </p:sp>
      <p:sp>
        <p:nvSpPr>
          <p:cNvPr id="1311" name="Google Shape;1311;p51"/>
          <p:cNvSpPr txBox="1">
            <a:spLocks noGrp="1"/>
          </p:cNvSpPr>
          <p:nvPr>
            <p:ph type="title" idx="5"/>
          </p:nvPr>
        </p:nvSpPr>
        <p:spPr>
          <a:xfrm>
            <a:off x="927244" y="3175294"/>
            <a:ext cx="2316000" cy="37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Quy định về học tập trực tuyến</a:t>
            </a:r>
          </a:p>
        </p:txBody>
      </p:sp>
      <p:cxnSp>
        <p:nvCxnSpPr>
          <p:cNvPr id="1312" name="Google Shape;1312;p51"/>
          <p:cNvCxnSpPr>
            <a:cxnSpLocks/>
            <a:stCxn id="1309" idx="3"/>
          </p:cNvCxnSpPr>
          <p:nvPr/>
        </p:nvCxnSpPr>
        <p:spPr>
          <a:xfrm>
            <a:off x="3259250" y="1285680"/>
            <a:ext cx="3721413" cy="732005"/>
          </a:xfrm>
          <a:prstGeom prst="curvedConnector3">
            <a:avLst>
              <a:gd name="adj1" fmla="val 50000"/>
            </a:avLst>
          </a:prstGeom>
          <a:noFill/>
          <a:ln w="9525" cap="flat" cmpd="sng">
            <a:solidFill>
              <a:schemeClr val="accent6"/>
            </a:solidFill>
            <a:prstDash val="solid"/>
            <a:round/>
            <a:headEnd type="none" w="med" len="med"/>
            <a:tailEnd type="oval" w="med" len="med"/>
          </a:ln>
        </p:spPr>
      </p:cxnSp>
      <p:cxnSp>
        <p:nvCxnSpPr>
          <p:cNvPr id="1313" name="Google Shape;1313;p51"/>
          <p:cNvCxnSpPr>
            <a:cxnSpLocks/>
          </p:cNvCxnSpPr>
          <p:nvPr/>
        </p:nvCxnSpPr>
        <p:spPr>
          <a:xfrm flipV="1">
            <a:off x="2918345" y="3364144"/>
            <a:ext cx="2982413" cy="156444"/>
          </a:xfrm>
          <a:prstGeom prst="curvedConnector3">
            <a:avLst>
              <a:gd name="adj1" fmla="val 50000"/>
            </a:avLst>
          </a:prstGeom>
          <a:noFill/>
          <a:ln w="9525" cap="flat" cmpd="sng">
            <a:solidFill>
              <a:schemeClr val="accent6"/>
            </a:solidFill>
            <a:prstDash val="solid"/>
            <a:round/>
            <a:headEnd type="none" w="med" len="med"/>
            <a:tailEnd type="oval" w="med" len="med"/>
          </a:ln>
        </p:spPr>
      </p:cxnSp>
      <p:cxnSp>
        <p:nvCxnSpPr>
          <p:cNvPr id="1314" name="Google Shape;1314;p51"/>
          <p:cNvCxnSpPr>
            <a:cxnSpLocks/>
          </p:cNvCxnSpPr>
          <p:nvPr/>
        </p:nvCxnSpPr>
        <p:spPr>
          <a:xfrm flipV="1">
            <a:off x="3162300" y="3668335"/>
            <a:ext cx="3550734" cy="1219301"/>
          </a:xfrm>
          <a:prstGeom prst="curvedConnector3">
            <a:avLst>
              <a:gd name="adj1" fmla="val 50000"/>
            </a:avLst>
          </a:prstGeom>
          <a:noFill/>
          <a:ln w="9525" cap="flat" cmpd="sng">
            <a:solidFill>
              <a:schemeClr val="accent6"/>
            </a:solidFill>
            <a:prstDash val="solid"/>
            <a:round/>
            <a:headEnd type="none" w="med" len="med"/>
            <a:tailEnd type="oval" w="med" len="med"/>
          </a:ln>
        </p:spPr>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18"/>
        <p:cNvGrpSpPr/>
        <p:nvPr/>
      </p:nvGrpSpPr>
      <p:grpSpPr>
        <a:xfrm>
          <a:off x="0" y="0"/>
          <a:ext cx="0" cy="0"/>
          <a:chOff x="0" y="0"/>
          <a:chExt cx="0" cy="0"/>
        </a:xfrm>
      </p:grpSpPr>
      <p:sp>
        <p:nvSpPr>
          <p:cNvPr id="1319" name="Google Shape;1319;p52"/>
          <p:cNvSpPr txBox="1">
            <a:spLocks noGrp="1"/>
          </p:cNvSpPr>
          <p:nvPr>
            <p:ph type="title"/>
          </p:nvPr>
        </p:nvSpPr>
        <p:spPr>
          <a:xfrm>
            <a:off x="2604300" y="540000"/>
            <a:ext cx="4291800"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a:t>SỰ KHÁC BIỆT VỀ NHÂN KHẨU HỌC</a:t>
            </a:r>
            <a:endParaRPr dirty="0"/>
          </a:p>
        </p:txBody>
      </p:sp>
      <p:sp>
        <p:nvSpPr>
          <p:cNvPr id="1320" name="Google Shape;1320;p52"/>
          <p:cNvSpPr txBox="1">
            <a:spLocks noGrp="1"/>
          </p:cNvSpPr>
          <p:nvPr>
            <p:ph type="subTitle" idx="1"/>
          </p:nvPr>
        </p:nvSpPr>
        <p:spPr>
          <a:xfrm>
            <a:off x="833995" y="2465995"/>
            <a:ext cx="2652917" cy="69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400" dirty="0"/>
              <a:t>Utah có thể có tỷ lệ hộ gia đình có kết nối internet cao hơn. Theo Chandra et al. (2020), 37% học sinh ở New York không có kết nối internet đầy đủ và 25% không có thiết bị phù hợp để học tập trực tuyến. Con số này ở Utah lần lượt là 16% và 8%</a:t>
            </a:r>
          </a:p>
        </p:txBody>
      </p:sp>
      <p:sp>
        <p:nvSpPr>
          <p:cNvPr id="1322" name="Google Shape;1322;p52"/>
          <p:cNvSpPr txBox="1">
            <a:spLocks noGrp="1"/>
          </p:cNvSpPr>
          <p:nvPr>
            <p:ph type="subTitle" idx="5"/>
          </p:nvPr>
        </p:nvSpPr>
        <p:spPr>
          <a:xfrm>
            <a:off x="3642150" y="2466352"/>
            <a:ext cx="1859700" cy="69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400" dirty="0"/>
              <a:t>Utah có thể có tỷ lệ hộ gia đình có nhiều cha mẹ hơn, nơi một phụ huynh có thể ở nhà và hỗ trợ việc học trực tuyến của con em mình.</a:t>
            </a:r>
            <a:endParaRPr lang="en-US" sz="1400" dirty="0"/>
          </a:p>
        </p:txBody>
      </p:sp>
      <p:sp>
        <p:nvSpPr>
          <p:cNvPr id="1323" name="Google Shape;1323;p52"/>
          <p:cNvSpPr txBox="1">
            <a:spLocks noGrp="1"/>
          </p:cNvSpPr>
          <p:nvPr>
            <p:ph type="subTitle" idx="3"/>
          </p:nvPr>
        </p:nvSpPr>
        <p:spPr>
          <a:xfrm>
            <a:off x="6503152" y="2465995"/>
            <a:ext cx="1859700" cy="69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vi-VN" sz="1400" dirty="0"/>
              <a:t>Utah có thể có tỷ lệ học sinh có trình độ học vấn cao hơn, những người có nhiều khả năng tự học và thích nghi với môi trường học trực tuyến.</a:t>
            </a:r>
            <a:endParaRPr lang="en-US" sz="1400" dirty="0"/>
          </a:p>
        </p:txBody>
      </p:sp>
      <p:sp>
        <p:nvSpPr>
          <p:cNvPr id="1324" name="Google Shape;1324;p52"/>
          <p:cNvSpPr txBox="1">
            <a:spLocks noGrp="1"/>
          </p:cNvSpPr>
          <p:nvPr>
            <p:ph type="title" idx="4"/>
          </p:nvPr>
        </p:nvSpPr>
        <p:spPr>
          <a:xfrm>
            <a:off x="6239458" y="1689152"/>
            <a:ext cx="2171076" cy="42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Trình độ học vấn</a:t>
            </a:r>
          </a:p>
        </p:txBody>
      </p:sp>
      <p:sp>
        <p:nvSpPr>
          <p:cNvPr id="1325" name="Google Shape;1325;p52"/>
          <p:cNvSpPr txBox="1">
            <a:spLocks noGrp="1"/>
          </p:cNvSpPr>
          <p:nvPr>
            <p:ph type="title" idx="6"/>
          </p:nvPr>
        </p:nvSpPr>
        <p:spPr>
          <a:xfrm>
            <a:off x="3486912" y="1707676"/>
            <a:ext cx="2171076" cy="42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Cấu trúc gia đình</a:t>
            </a:r>
          </a:p>
        </p:txBody>
      </p:sp>
      <p:sp>
        <p:nvSpPr>
          <p:cNvPr id="3" name="Title 2">
            <a:extLst>
              <a:ext uri="{FF2B5EF4-FFF2-40B4-BE49-F238E27FC236}">
                <a16:creationId xmlns:a16="http://schemas.microsoft.com/office/drawing/2014/main" id="{E09C2F31-8621-DD0F-252E-1028355822F4}"/>
              </a:ext>
            </a:extLst>
          </p:cNvPr>
          <p:cNvSpPr>
            <a:spLocks noGrp="1"/>
          </p:cNvSpPr>
          <p:nvPr>
            <p:ph type="title" idx="2"/>
          </p:nvPr>
        </p:nvSpPr>
        <p:spPr>
          <a:xfrm>
            <a:off x="976262" y="1689152"/>
            <a:ext cx="1859700" cy="420300"/>
          </a:xfrm>
        </p:spPr>
        <p:txBody>
          <a:bodyPr/>
          <a:lstStyle/>
          <a:p>
            <a:r>
              <a:rPr lang="en-US" dirty="0"/>
              <a:t>Khả năng tiếp cận internet</a:t>
            </a:r>
          </a:p>
        </p:txBody>
      </p:sp>
    </p:spTree>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59" name="Google Shape;1159;p49"/>
          <p:cNvSpPr txBox="1">
            <a:spLocks noGrp="1"/>
          </p:cNvSpPr>
          <p:nvPr>
            <p:ph type="title"/>
          </p:nvPr>
        </p:nvSpPr>
        <p:spPr>
          <a:xfrm>
            <a:off x="2604300" y="540000"/>
            <a:ext cx="4761700"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VN" dirty="0"/>
              <a:t>CHÊNH LỆCH TRÌNH ĐỘ HỌC VẤN VÀ CÁC YẾU TỐ KHÁC</a:t>
            </a:r>
            <a:endParaRPr dirty="0"/>
          </a:p>
        </p:txBody>
      </p:sp>
      <p:sp>
        <p:nvSpPr>
          <p:cNvPr id="1160" name="Google Shape;1160;p49"/>
          <p:cNvSpPr txBox="1">
            <a:spLocks noGrp="1"/>
          </p:cNvSpPr>
          <p:nvPr>
            <p:ph type="subTitle" idx="1"/>
          </p:nvPr>
        </p:nvSpPr>
        <p:spPr>
          <a:xfrm>
            <a:off x="523181" y="3307280"/>
            <a:ext cx="2817885" cy="698700"/>
          </a:xfrm>
          <a:prstGeom prst="rect">
            <a:avLst/>
          </a:prstGeom>
        </p:spPr>
        <p:txBody>
          <a:bodyPr spcFirstLastPara="1" wrap="square" lIns="91425" tIns="91425" rIns="91425" bIns="91425" anchor="t" anchorCtr="0">
            <a:noAutofit/>
          </a:bodyPr>
          <a:lstStyle/>
          <a:p>
            <a:pPr marL="0" marR="0" lvl="0" indent="0" algn="l" rtl="0">
              <a:spcBef>
                <a:spcPts val="0"/>
              </a:spcBef>
              <a:spcAft>
                <a:spcPts val="0"/>
              </a:spcAft>
              <a:buNone/>
            </a:pPr>
            <a:r>
              <a:rPr lang="vi-VN" sz="1400" dirty="0"/>
              <a:t>New York có tỷ lệ học sinh có trình độ học vấn thấp hơn mức trung bình quốc gia. Có thể gặp khó khăn hơn trong việc học trực tuyến do thiếu kỹ năng máy tính, khả năng truy cập internet hoặc sự hỗ trợ tại nhà.</a:t>
            </a:r>
            <a:endParaRPr lang="en-US" sz="1400" dirty="0"/>
          </a:p>
        </p:txBody>
      </p:sp>
      <p:sp>
        <p:nvSpPr>
          <p:cNvPr id="1161" name="Google Shape;1161;p49"/>
          <p:cNvSpPr txBox="1">
            <a:spLocks noGrp="1"/>
          </p:cNvSpPr>
          <p:nvPr>
            <p:ph type="title" idx="2"/>
          </p:nvPr>
        </p:nvSpPr>
        <p:spPr>
          <a:xfrm>
            <a:off x="650180" y="2507437"/>
            <a:ext cx="2563885" cy="37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Chênh lệch về trình độ học vấn</a:t>
            </a:r>
          </a:p>
        </p:txBody>
      </p:sp>
      <p:sp>
        <p:nvSpPr>
          <p:cNvPr id="1162" name="Google Shape;1162;p49"/>
          <p:cNvSpPr txBox="1">
            <a:spLocks noGrp="1"/>
          </p:cNvSpPr>
          <p:nvPr>
            <p:ph type="subTitle" idx="3"/>
          </p:nvPr>
        </p:nvSpPr>
        <p:spPr>
          <a:xfrm>
            <a:off x="6303832" y="2824430"/>
            <a:ext cx="2413510" cy="69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Tranh chấp hợp </a:t>
            </a:r>
            <a:r>
              <a:rPr lang="vi-VN" sz="1400" dirty="0"/>
              <a:t>đồng: Vào tháng 5 năm 2020, UFT đã đình công phản đối kế hoạch của thành phố mở cửa lại các trường học một phần. Cuộc đình công đã kéo dài hơn hai tuần và làm gián đoạn việc học của hàng trăm nghìn học sinh</a:t>
            </a:r>
            <a:endParaRPr lang="en-US" sz="1400" dirty="0"/>
          </a:p>
          <a:p>
            <a:pPr marL="0" lvl="0" indent="0" algn="ctr" rtl="0">
              <a:spcBef>
                <a:spcPts val="0"/>
              </a:spcBef>
              <a:spcAft>
                <a:spcPts val="0"/>
              </a:spcAft>
              <a:buNone/>
            </a:pPr>
            <a:endParaRPr lang="en-US" sz="1400" dirty="0"/>
          </a:p>
        </p:txBody>
      </p:sp>
      <p:sp>
        <p:nvSpPr>
          <p:cNvPr id="1163" name="Google Shape;1163;p49"/>
          <p:cNvSpPr txBox="1">
            <a:spLocks noGrp="1"/>
          </p:cNvSpPr>
          <p:nvPr>
            <p:ph type="title" idx="4"/>
          </p:nvPr>
        </p:nvSpPr>
        <p:spPr>
          <a:xfrm>
            <a:off x="5829117" y="2451830"/>
            <a:ext cx="2829821" cy="37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Vấn đề về công đoàn</a:t>
            </a:r>
          </a:p>
        </p:txBody>
      </p:sp>
      <p:sp>
        <p:nvSpPr>
          <p:cNvPr id="1164" name="Google Shape;1164;p49"/>
          <p:cNvSpPr txBox="1">
            <a:spLocks noGrp="1"/>
          </p:cNvSpPr>
          <p:nvPr>
            <p:ph type="subTitle" idx="5"/>
          </p:nvPr>
        </p:nvSpPr>
        <p:spPr>
          <a:xfrm>
            <a:off x="3516347" y="2986319"/>
            <a:ext cx="2485203" cy="698700"/>
          </a:xfrm>
          <a:prstGeom prst="rect">
            <a:avLst/>
          </a:prstGeom>
        </p:spPr>
        <p:txBody>
          <a:bodyPr spcFirstLastPara="1" wrap="square" lIns="91425" tIns="91425" rIns="91425" bIns="91425" anchor="t" anchorCtr="0">
            <a:noAutofit/>
          </a:bodyPr>
          <a:lstStyle/>
          <a:p>
            <a:pPr marL="0" lvl="0" indent="-89999" algn="l" rtl="0">
              <a:spcBef>
                <a:spcPts val="0"/>
              </a:spcBef>
              <a:spcAft>
                <a:spcPts val="0"/>
              </a:spcAft>
              <a:buNone/>
            </a:pPr>
            <a:r>
              <a:rPr lang="en-US" sz="1400" dirty="0"/>
              <a:t>Ngân sách eo hẹp</a:t>
            </a:r>
            <a:r>
              <a:rPr lang="vi-VN" sz="1400" dirty="0"/>
              <a:t> và k</a:t>
            </a:r>
            <a:r>
              <a:rPr lang="en-US" sz="1400" dirty="0"/>
              <a:t>huyết thiếu tài trợ liên </a:t>
            </a:r>
            <a:r>
              <a:rPr lang="vi-VN" sz="1400" dirty="0"/>
              <a:t>bang: Chính phủ liên bang đã cung cấp một số khoản tài trợ cho các trường học để hỗ trợ việc học tập trực tuyến, nhưng những khoản tài trợ này không đủ để đáp ứng tất cả các nhu cầu.</a:t>
            </a:r>
            <a:endParaRPr lang="en-US" sz="1400" dirty="0"/>
          </a:p>
        </p:txBody>
      </p:sp>
      <p:sp>
        <p:nvSpPr>
          <p:cNvPr id="1165" name="Google Shape;1165;p49"/>
          <p:cNvSpPr txBox="1">
            <a:spLocks noGrp="1"/>
          </p:cNvSpPr>
          <p:nvPr>
            <p:ph type="title" idx="6"/>
          </p:nvPr>
        </p:nvSpPr>
        <p:spPr>
          <a:xfrm>
            <a:off x="3642638" y="2507437"/>
            <a:ext cx="1859700" cy="37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Vấn đề về vốn</a:t>
            </a:r>
            <a:endParaRPr dirty="0"/>
          </a:p>
        </p:txBody>
      </p:sp>
      <p:sp>
        <p:nvSpPr>
          <p:cNvPr id="1166" name="Google Shape;1166;p49"/>
          <p:cNvSpPr/>
          <p:nvPr/>
        </p:nvSpPr>
        <p:spPr>
          <a:xfrm>
            <a:off x="1425575" y="1388012"/>
            <a:ext cx="1013100" cy="1013100"/>
          </a:xfrm>
          <a:prstGeom prst="donut">
            <a:avLst>
              <a:gd name="adj" fmla="val 768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167" name="Google Shape;1167;p49"/>
          <p:cNvSpPr/>
          <p:nvPr/>
        </p:nvSpPr>
        <p:spPr>
          <a:xfrm rot="5400000">
            <a:off x="1374875" y="1337330"/>
            <a:ext cx="1114500" cy="1114500"/>
          </a:xfrm>
          <a:prstGeom prst="blockArc">
            <a:avLst>
              <a:gd name="adj1" fmla="val 10800000"/>
              <a:gd name="adj2" fmla="val 21360299"/>
              <a:gd name="adj3" fmla="val 17350"/>
            </a:avLst>
          </a:prstGeom>
          <a:gradFill>
            <a:gsLst>
              <a:gs pos="0">
                <a:srgbClr val="B0A1FB"/>
              </a:gs>
              <a:gs pos="50000">
                <a:srgbClr val="4CEEFD"/>
              </a:gs>
              <a:gs pos="100000">
                <a:srgbClr val="4CEEFD"/>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b="1">
              <a:latin typeface="Lora"/>
              <a:ea typeface="Lora"/>
              <a:cs typeface="Lora"/>
              <a:sym typeface="Lora"/>
            </a:endParaRPr>
          </a:p>
        </p:txBody>
      </p:sp>
      <p:sp>
        <p:nvSpPr>
          <p:cNvPr id="1169" name="Google Shape;1169;p49"/>
          <p:cNvSpPr/>
          <p:nvPr/>
        </p:nvSpPr>
        <p:spPr>
          <a:xfrm>
            <a:off x="6737479" y="1337337"/>
            <a:ext cx="1013100" cy="1013100"/>
          </a:xfrm>
          <a:prstGeom prst="donut">
            <a:avLst>
              <a:gd name="adj" fmla="val 768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9"/>
          <p:cNvSpPr/>
          <p:nvPr/>
        </p:nvSpPr>
        <p:spPr>
          <a:xfrm rot="5400000">
            <a:off x="6686779" y="1286655"/>
            <a:ext cx="1114500" cy="1114500"/>
          </a:xfrm>
          <a:prstGeom prst="blockArc">
            <a:avLst>
              <a:gd name="adj1" fmla="val 10800000"/>
              <a:gd name="adj2" fmla="val 1516589"/>
              <a:gd name="adj3" fmla="val 16230"/>
            </a:avLst>
          </a:prstGeom>
          <a:gradFill>
            <a:gsLst>
              <a:gs pos="0">
                <a:srgbClr val="B0A1FB"/>
              </a:gs>
              <a:gs pos="50000">
                <a:srgbClr val="AD95E6"/>
              </a:gs>
              <a:gs pos="100000">
                <a:srgbClr val="1501A9"/>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9"/>
          <p:cNvSpPr/>
          <p:nvPr/>
        </p:nvSpPr>
        <p:spPr>
          <a:xfrm>
            <a:off x="4065938" y="1337337"/>
            <a:ext cx="1013100" cy="1013100"/>
          </a:xfrm>
          <a:prstGeom prst="donut">
            <a:avLst>
              <a:gd name="adj" fmla="val 768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9"/>
          <p:cNvSpPr/>
          <p:nvPr/>
        </p:nvSpPr>
        <p:spPr>
          <a:xfrm rot="5400000">
            <a:off x="4015238" y="1286655"/>
            <a:ext cx="1114500" cy="1114500"/>
          </a:xfrm>
          <a:prstGeom prst="blockArc">
            <a:avLst>
              <a:gd name="adj1" fmla="val 10800000"/>
              <a:gd name="adj2" fmla="val 16401213"/>
              <a:gd name="adj3" fmla="val 17251"/>
            </a:avLst>
          </a:pr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3985C-64F9-06F2-FEB2-6F320CC35C8B}"/>
              </a:ext>
            </a:extLst>
          </p:cNvPr>
          <p:cNvSpPr>
            <a:spLocks noGrp="1"/>
          </p:cNvSpPr>
          <p:nvPr>
            <p:ph type="title"/>
          </p:nvPr>
        </p:nvSpPr>
        <p:spPr/>
        <p:txBody>
          <a:bodyPr/>
          <a:lstStyle/>
          <a:p>
            <a:r>
              <a:rPr lang="vi-VN" dirty="0"/>
              <a:t>Tổng kết</a:t>
            </a:r>
            <a:endParaRPr lang="en-US" dirty="0"/>
          </a:p>
        </p:txBody>
      </p:sp>
      <p:sp>
        <p:nvSpPr>
          <p:cNvPr id="6" name="TextBox 5">
            <a:extLst>
              <a:ext uri="{FF2B5EF4-FFF2-40B4-BE49-F238E27FC236}">
                <a16:creationId xmlns:a16="http://schemas.microsoft.com/office/drawing/2014/main" id="{05923A39-38CD-AA81-0F19-A5BF248BA921}"/>
              </a:ext>
            </a:extLst>
          </p:cNvPr>
          <p:cNvSpPr txBox="1"/>
          <p:nvPr/>
        </p:nvSpPr>
        <p:spPr>
          <a:xfrm>
            <a:off x="426720" y="1023402"/>
            <a:ext cx="4572000" cy="954107"/>
          </a:xfrm>
          <a:prstGeom prst="rect">
            <a:avLst/>
          </a:prstGeom>
          <a:noFill/>
        </p:spPr>
        <p:txBody>
          <a:bodyPr wrap="square">
            <a:spAutoFit/>
          </a:bodyPr>
          <a:lstStyle/>
          <a:p>
            <a:r>
              <a:rPr lang="vi-VN" dirty="0"/>
              <a:t>C</a:t>
            </a:r>
            <a:r>
              <a:rPr lang="en-US" dirty="0"/>
              <a:t>húng ta thấy rằng đại dịch COVID-19 đã tác động rất sâu sắc đến hệ thống giáo dục Hoa Kỳ và tạo ra các vấn đề về khả năng tiếp cận công nghệ và truy cập băng thông rộng trên toàn quốc.</a:t>
            </a:r>
          </a:p>
        </p:txBody>
      </p:sp>
      <p:sp>
        <p:nvSpPr>
          <p:cNvPr id="10" name="TextBox 9">
            <a:extLst>
              <a:ext uri="{FF2B5EF4-FFF2-40B4-BE49-F238E27FC236}">
                <a16:creationId xmlns:a16="http://schemas.microsoft.com/office/drawing/2014/main" id="{0A4C4BAE-188B-BAB3-6A85-49AEECA38436}"/>
              </a:ext>
            </a:extLst>
          </p:cNvPr>
          <p:cNvSpPr txBox="1"/>
          <p:nvPr/>
        </p:nvSpPr>
        <p:spPr>
          <a:xfrm>
            <a:off x="2202180" y="2138415"/>
            <a:ext cx="4572000" cy="954107"/>
          </a:xfrm>
          <a:prstGeom prst="rect">
            <a:avLst/>
          </a:prstGeom>
          <a:noFill/>
        </p:spPr>
        <p:txBody>
          <a:bodyPr wrap="square">
            <a:spAutoFit/>
          </a:bodyPr>
          <a:lstStyle/>
          <a:p>
            <a:r>
              <a:rPr lang="vi-VN" dirty="0"/>
              <a:t>Thiếu khả năng truy cập vào các thiết bị kỹ thuật số và băng thông rộng là một vấn đề phổ biến ở Hoa Kỳ đối với nhiều hộ gia đình.</a:t>
            </a:r>
          </a:p>
          <a:p>
            <a:endParaRPr lang="en-US" dirty="0"/>
          </a:p>
        </p:txBody>
      </p:sp>
      <p:sp>
        <p:nvSpPr>
          <p:cNvPr id="12" name="TextBox 11">
            <a:extLst>
              <a:ext uri="{FF2B5EF4-FFF2-40B4-BE49-F238E27FC236}">
                <a16:creationId xmlns:a16="http://schemas.microsoft.com/office/drawing/2014/main" id="{20056288-A6B0-9410-D608-AD9779CC93C3}"/>
              </a:ext>
            </a:extLst>
          </p:cNvPr>
          <p:cNvSpPr txBox="1"/>
          <p:nvPr/>
        </p:nvSpPr>
        <p:spPr>
          <a:xfrm>
            <a:off x="3398520" y="3219299"/>
            <a:ext cx="4572000" cy="523220"/>
          </a:xfrm>
          <a:prstGeom prst="rect">
            <a:avLst/>
          </a:prstGeom>
          <a:noFill/>
        </p:spPr>
        <p:txBody>
          <a:bodyPr wrap="square">
            <a:spAutoFit/>
          </a:bodyPr>
          <a:lstStyle/>
          <a:p>
            <a:r>
              <a:rPr lang="vi-VN" dirty="0"/>
              <a:t>Việc thực hiện chính sách đóng cửa trường học có tác động tích cực đến việc tham gia học tập trực tuyến.</a:t>
            </a:r>
            <a:endParaRPr lang="en-US" dirty="0"/>
          </a:p>
        </p:txBody>
      </p:sp>
      <p:sp>
        <p:nvSpPr>
          <p:cNvPr id="14" name="TextBox 13">
            <a:extLst>
              <a:ext uri="{FF2B5EF4-FFF2-40B4-BE49-F238E27FC236}">
                <a16:creationId xmlns:a16="http://schemas.microsoft.com/office/drawing/2014/main" id="{CC4062F6-B462-A836-6136-58C07E1AF7DD}"/>
              </a:ext>
            </a:extLst>
          </p:cNvPr>
          <p:cNvSpPr txBox="1"/>
          <p:nvPr/>
        </p:nvSpPr>
        <p:spPr>
          <a:xfrm>
            <a:off x="4419600" y="4120098"/>
            <a:ext cx="4572000" cy="738664"/>
          </a:xfrm>
          <a:prstGeom prst="rect">
            <a:avLst/>
          </a:prstGeom>
          <a:noFill/>
        </p:spPr>
        <p:txBody>
          <a:bodyPr wrap="square">
            <a:spAutoFit/>
          </a:bodyPr>
          <a:lstStyle/>
          <a:p>
            <a:r>
              <a:rPr lang="vi-VN" dirty="0"/>
              <a:t>Có sự không đồng nhất về mức độ tham gia học tập trực tuyến cùng với các đặc điểm kinh tế xã hội của học sinh </a:t>
            </a:r>
            <a:endParaRPr lang="en-US" dirty="0"/>
          </a:p>
        </p:txBody>
      </p:sp>
    </p:spTree>
    <p:extLst>
      <p:ext uri="{BB962C8B-B14F-4D97-AF65-F5344CB8AC3E}">
        <p14:creationId xmlns:p14="http://schemas.microsoft.com/office/powerpoint/2010/main" val="2392645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7B34D-632C-36D5-DA0C-6DA55EE0F6FA}"/>
              </a:ext>
            </a:extLst>
          </p:cNvPr>
          <p:cNvSpPr>
            <a:spLocks noGrp="1"/>
          </p:cNvSpPr>
          <p:nvPr>
            <p:ph type="title"/>
          </p:nvPr>
        </p:nvSpPr>
        <p:spPr/>
        <p:txBody>
          <a:bodyPr/>
          <a:lstStyle/>
          <a:p>
            <a:r>
              <a:rPr lang="vi-VN" dirty="0"/>
              <a:t>Giải pháp</a:t>
            </a:r>
          </a:p>
        </p:txBody>
      </p:sp>
      <p:grpSp>
        <p:nvGrpSpPr>
          <p:cNvPr id="3" name="Google Shape;1229;p38">
            <a:extLst>
              <a:ext uri="{FF2B5EF4-FFF2-40B4-BE49-F238E27FC236}">
                <a16:creationId xmlns:a16="http://schemas.microsoft.com/office/drawing/2014/main" id="{345CBB47-2359-23FD-D387-0276C776CD99}"/>
              </a:ext>
            </a:extLst>
          </p:cNvPr>
          <p:cNvGrpSpPr/>
          <p:nvPr/>
        </p:nvGrpSpPr>
        <p:grpSpPr>
          <a:xfrm>
            <a:off x="576515" y="1706248"/>
            <a:ext cx="1783682" cy="1478615"/>
            <a:chOff x="5049725" y="1435050"/>
            <a:chExt cx="486550" cy="481850"/>
          </a:xfrm>
          <a:solidFill>
            <a:schemeClr val="tx1">
              <a:lumMod val="85000"/>
              <a:lumOff val="15000"/>
            </a:schemeClr>
          </a:solidFill>
        </p:grpSpPr>
        <p:sp>
          <p:nvSpPr>
            <p:cNvPr id="4" name="Google Shape;1230;p38">
              <a:extLst>
                <a:ext uri="{FF2B5EF4-FFF2-40B4-BE49-F238E27FC236}">
                  <a16:creationId xmlns:a16="http://schemas.microsoft.com/office/drawing/2014/main" id="{F8A94C38-40EB-1FF7-AC57-001E7B49453B}"/>
                </a:ext>
              </a:extLst>
            </p:cNvPr>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 name="Google Shape;1231;p38">
              <a:extLst>
                <a:ext uri="{FF2B5EF4-FFF2-40B4-BE49-F238E27FC236}">
                  <a16:creationId xmlns:a16="http://schemas.microsoft.com/office/drawing/2014/main" id="{F8575A03-954E-551A-E9A9-A6B2BD49492F}"/>
                </a:ext>
              </a:extLst>
            </p:cNvPr>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 name="Google Shape;1232;p38">
              <a:extLst>
                <a:ext uri="{FF2B5EF4-FFF2-40B4-BE49-F238E27FC236}">
                  <a16:creationId xmlns:a16="http://schemas.microsoft.com/office/drawing/2014/main" id="{71DF9F65-0F59-132F-9436-50141A172FFF}"/>
                </a:ext>
              </a:extLst>
            </p:cNvPr>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 name="Google Shape;1233;p38">
              <a:extLst>
                <a:ext uri="{FF2B5EF4-FFF2-40B4-BE49-F238E27FC236}">
                  <a16:creationId xmlns:a16="http://schemas.microsoft.com/office/drawing/2014/main" id="{6547529E-49A1-A91A-F2B5-3E923C253D0B}"/>
                </a:ext>
              </a:extLst>
            </p:cNvPr>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8" name="Group 7">
            <a:extLst>
              <a:ext uri="{FF2B5EF4-FFF2-40B4-BE49-F238E27FC236}">
                <a16:creationId xmlns:a16="http://schemas.microsoft.com/office/drawing/2014/main" id="{AB8F9680-B29A-77D3-1934-7FECC8FE2999}"/>
              </a:ext>
            </a:extLst>
          </p:cNvPr>
          <p:cNvGrpSpPr/>
          <p:nvPr/>
        </p:nvGrpSpPr>
        <p:grpSpPr>
          <a:xfrm>
            <a:off x="7944850" y="3994243"/>
            <a:ext cx="1199150" cy="1100428"/>
            <a:chOff x="712156" y="1400374"/>
            <a:chExt cx="289765" cy="251790"/>
          </a:xfrm>
        </p:grpSpPr>
        <p:sp>
          <p:nvSpPr>
            <p:cNvPr id="9" name="Google Shape;339;p21">
              <a:extLst>
                <a:ext uri="{FF2B5EF4-FFF2-40B4-BE49-F238E27FC236}">
                  <a16:creationId xmlns:a16="http://schemas.microsoft.com/office/drawing/2014/main" id="{FEA402A2-4CB2-285A-CD28-F0F7BEBF67B2}"/>
                </a:ext>
              </a:extLst>
            </p:cNvPr>
            <p:cNvSpPr/>
            <p:nvPr/>
          </p:nvSpPr>
          <p:spPr>
            <a:xfrm>
              <a:off x="714157" y="1482934"/>
              <a:ext cx="287764" cy="101799"/>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roup 9">
              <a:extLst>
                <a:ext uri="{FF2B5EF4-FFF2-40B4-BE49-F238E27FC236}">
                  <a16:creationId xmlns:a16="http://schemas.microsoft.com/office/drawing/2014/main" id="{BF7AA6CF-73E8-910F-436F-466510E7FC8D}"/>
                </a:ext>
              </a:extLst>
            </p:cNvPr>
            <p:cNvGrpSpPr/>
            <p:nvPr/>
          </p:nvGrpSpPr>
          <p:grpSpPr>
            <a:xfrm>
              <a:off x="712156" y="1400374"/>
              <a:ext cx="287011" cy="251790"/>
              <a:chOff x="711849" y="1400275"/>
              <a:chExt cx="287011" cy="251790"/>
            </a:xfrm>
          </p:grpSpPr>
          <p:sp>
            <p:nvSpPr>
              <p:cNvPr id="11" name="Google Shape;340;p21">
                <a:extLst>
                  <a:ext uri="{FF2B5EF4-FFF2-40B4-BE49-F238E27FC236}">
                    <a16:creationId xmlns:a16="http://schemas.microsoft.com/office/drawing/2014/main" id="{D11324D6-99CA-E2D3-9268-F5A4808673B0}"/>
                  </a:ext>
                </a:extLst>
              </p:cNvPr>
              <p:cNvSpPr/>
              <p:nvPr/>
            </p:nvSpPr>
            <p:spPr>
              <a:xfrm>
                <a:off x="711849" y="1400275"/>
                <a:ext cx="287011" cy="121717"/>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41;p21">
                <a:extLst>
                  <a:ext uri="{FF2B5EF4-FFF2-40B4-BE49-F238E27FC236}">
                    <a16:creationId xmlns:a16="http://schemas.microsoft.com/office/drawing/2014/main" id="{5F3F0B34-A389-AD46-71F9-DB2B9FCBF60E}"/>
                  </a:ext>
                </a:extLst>
              </p:cNvPr>
              <p:cNvSpPr/>
              <p:nvPr/>
            </p:nvSpPr>
            <p:spPr>
              <a:xfrm>
                <a:off x="766963" y="1556387"/>
                <a:ext cx="181373" cy="95678"/>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 name="TextBox 13">
            <a:extLst>
              <a:ext uri="{FF2B5EF4-FFF2-40B4-BE49-F238E27FC236}">
                <a16:creationId xmlns:a16="http://schemas.microsoft.com/office/drawing/2014/main" id="{EC384C19-6547-4EB2-9CC3-FB28D934EBF0}"/>
              </a:ext>
            </a:extLst>
          </p:cNvPr>
          <p:cNvSpPr txBox="1"/>
          <p:nvPr/>
        </p:nvSpPr>
        <p:spPr>
          <a:xfrm>
            <a:off x="2858429" y="327743"/>
            <a:ext cx="4572000" cy="738664"/>
          </a:xfrm>
          <a:prstGeom prst="rect">
            <a:avLst/>
          </a:prstGeom>
          <a:noFill/>
        </p:spPr>
        <p:txBody>
          <a:bodyPr wrap="square">
            <a:spAutoFit/>
          </a:bodyPr>
          <a:lstStyle/>
          <a:p>
            <a:r>
              <a:rPr lang="vi-VN" dirty="0"/>
              <a:t>Truy cập Internet là nhu cầu cơ bản cần được đáp ứng và cần được xem xét khẩn cấp trước khi cho học sinh học từ xa.</a:t>
            </a:r>
          </a:p>
        </p:txBody>
      </p:sp>
      <p:sp>
        <p:nvSpPr>
          <p:cNvPr id="16" name="TextBox 15">
            <a:extLst>
              <a:ext uri="{FF2B5EF4-FFF2-40B4-BE49-F238E27FC236}">
                <a16:creationId xmlns:a16="http://schemas.microsoft.com/office/drawing/2014/main" id="{14BC8D3E-2D19-E63E-5FD4-654C39789DBF}"/>
              </a:ext>
            </a:extLst>
          </p:cNvPr>
          <p:cNvSpPr txBox="1"/>
          <p:nvPr/>
        </p:nvSpPr>
        <p:spPr>
          <a:xfrm>
            <a:off x="2858429" y="1126663"/>
            <a:ext cx="4572000" cy="738664"/>
          </a:xfrm>
          <a:prstGeom prst="rect">
            <a:avLst/>
          </a:prstGeom>
          <a:noFill/>
        </p:spPr>
        <p:txBody>
          <a:bodyPr wrap="square">
            <a:spAutoFit/>
          </a:bodyPr>
          <a:lstStyle/>
          <a:p>
            <a:r>
              <a:rPr lang="vi-VN" dirty="0"/>
              <a:t>Mở rộng khả năng tiếp cận thiết bị và internet:</a:t>
            </a:r>
          </a:p>
          <a:p>
            <a:pPr>
              <a:buFont typeface="Arial" panose="020B0604020202020204" pitchFamily="34" charset="0"/>
              <a:buChar char="•"/>
            </a:pPr>
            <a:r>
              <a:rPr lang="vi-VN" dirty="0"/>
              <a:t>Cung cấp thiết bị cho học sinh</a:t>
            </a:r>
          </a:p>
          <a:p>
            <a:pPr>
              <a:buFont typeface="Arial" panose="020B0604020202020204" pitchFamily="34" charset="0"/>
              <a:buChar char="•"/>
            </a:pPr>
            <a:r>
              <a:rPr lang="vi-VN" dirty="0"/>
              <a:t>Mở rộng phạm vi truy cập internet</a:t>
            </a:r>
          </a:p>
        </p:txBody>
      </p:sp>
      <p:sp>
        <p:nvSpPr>
          <p:cNvPr id="22" name="TextBox 21">
            <a:extLst>
              <a:ext uri="{FF2B5EF4-FFF2-40B4-BE49-F238E27FC236}">
                <a16:creationId xmlns:a16="http://schemas.microsoft.com/office/drawing/2014/main" id="{2824C02F-9477-0B6D-E5C9-53A8CFF66927}"/>
              </a:ext>
            </a:extLst>
          </p:cNvPr>
          <p:cNvSpPr txBox="1"/>
          <p:nvPr/>
        </p:nvSpPr>
        <p:spPr>
          <a:xfrm>
            <a:off x="2858429" y="2754627"/>
            <a:ext cx="4572000" cy="1600438"/>
          </a:xfrm>
          <a:prstGeom prst="rect">
            <a:avLst/>
          </a:prstGeom>
          <a:noFill/>
        </p:spPr>
        <p:txBody>
          <a:bodyPr wrap="square">
            <a:spAutoFit/>
          </a:bodyPr>
          <a:lstStyle/>
          <a:p>
            <a:r>
              <a:rPr lang="en-US" dirty="0"/>
              <a:t>Hạ viện đã thông qua Kế hoạch giải cứu Hoa Kỳ vào ngày 10 tháng 3</a:t>
            </a:r>
            <a:r>
              <a:rPr lang="vi-VN" dirty="0"/>
              <a:t>,Dự luật bao gồm 7,2 tỷ USD hỗ trợ tài trợ cho việc học tập được kết nối do chương trình E-Rate của FCC quản lý. Khoản tài trợ sẽ có sẵn cho đến ngày 30 tháng 9 năm 2030. FCC rất có thể sẽ tiến hành một giai đoạn lấy ý kiến trước khi hoàn thiện các quy tắc cho khoản tài trợ mới.</a:t>
            </a:r>
          </a:p>
        </p:txBody>
      </p:sp>
    </p:spTree>
    <p:extLst>
      <p:ext uri="{BB962C8B-B14F-4D97-AF65-F5344CB8AC3E}">
        <p14:creationId xmlns:p14="http://schemas.microsoft.com/office/powerpoint/2010/main" val="35695600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40"/>
          <p:cNvSpPr txBox="1">
            <a:spLocks noGrp="1"/>
          </p:cNvSpPr>
          <p:nvPr>
            <p:ph type="title"/>
          </p:nvPr>
        </p:nvSpPr>
        <p:spPr>
          <a:xfrm>
            <a:off x="720000" y="187504"/>
            <a:ext cx="3935400" cy="51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vi-VN" dirty="0"/>
              <a:t>TẬP DỮ LIỆU SỬ DỤNG</a:t>
            </a:r>
            <a:endParaRPr dirty="0"/>
          </a:p>
        </p:txBody>
      </p:sp>
      <p:sp>
        <p:nvSpPr>
          <p:cNvPr id="583" name="Google Shape;583;p40"/>
          <p:cNvSpPr txBox="1">
            <a:spLocks noGrp="1"/>
          </p:cNvSpPr>
          <p:nvPr>
            <p:ph type="subTitle" idx="1"/>
          </p:nvPr>
        </p:nvSpPr>
        <p:spPr>
          <a:xfrm>
            <a:off x="720000" y="832624"/>
            <a:ext cx="4236600" cy="2927576"/>
          </a:xfrm>
          <a:prstGeom prst="rect">
            <a:avLst/>
          </a:prstGeom>
        </p:spPr>
        <p:txBody>
          <a:bodyPr spcFirstLastPara="1" wrap="square" lIns="91425" tIns="91425" rIns="91425" bIns="91425" anchor="t" anchorCtr="0">
            <a:noAutofit/>
          </a:bodyPr>
          <a:lstStyle/>
          <a:p>
            <a:pPr marL="0" marR="245595" lvl="0" indent="0" algn="l" rtl="0">
              <a:spcBef>
                <a:spcPts val="0"/>
              </a:spcBef>
              <a:spcAft>
                <a:spcPts val="0"/>
              </a:spcAft>
              <a:buClr>
                <a:srgbClr val="5B595B"/>
              </a:buClr>
              <a:buSzPts val="1100"/>
              <a:buFont typeface="Arial"/>
              <a:buNone/>
            </a:pPr>
            <a:r>
              <a:rPr lang="vi-VN" dirty="0"/>
              <a:t>Dữ liệu sử dụng:</a:t>
            </a:r>
            <a:endParaRPr lang="en-US" dirty="0"/>
          </a:p>
          <a:p>
            <a:pPr marL="457200" marR="245595" lvl="0" indent="-317500" algn="l" rtl="0">
              <a:spcBef>
                <a:spcPts val="1600"/>
              </a:spcBef>
              <a:spcAft>
                <a:spcPts val="0"/>
              </a:spcAft>
              <a:buSzPts val="1400"/>
              <a:buChar char="●"/>
            </a:pPr>
            <a:r>
              <a:rPr lang="en-US" dirty="0"/>
              <a:t>d</a:t>
            </a:r>
            <a:r>
              <a:rPr lang="vi-VN" dirty="0"/>
              <a:t>istrict_</a:t>
            </a:r>
            <a:r>
              <a:rPr lang="en-US" dirty="0"/>
              <a:t>info.csv</a:t>
            </a:r>
            <a:r>
              <a:rPr lang="vi-VN" dirty="0"/>
              <a:t>	</a:t>
            </a:r>
          </a:p>
          <a:p>
            <a:pPr marL="457200" marR="245595" lvl="0" indent="-317500" algn="l" rtl="0">
              <a:spcBef>
                <a:spcPts val="1600"/>
              </a:spcBef>
              <a:spcAft>
                <a:spcPts val="0"/>
              </a:spcAft>
              <a:buSzPts val="1400"/>
              <a:buChar char="●"/>
            </a:pPr>
            <a:r>
              <a:rPr lang="en-US" dirty="0"/>
              <a:t>product_info.csv</a:t>
            </a:r>
            <a:endParaRPr lang="vi-VN" dirty="0"/>
          </a:p>
          <a:p>
            <a:pPr marL="457200" marR="245595" lvl="0" indent="-317500" algn="l" rtl="0">
              <a:spcBef>
                <a:spcPts val="1600"/>
              </a:spcBef>
              <a:spcAft>
                <a:spcPts val="0"/>
              </a:spcAft>
              <a:buSzPts val="1400"/>
              <a:buChar char="●"/>
            </a:pPr>
            <a:r>
              <a:rPr lang="en-US" dirty="0"/>
              <a:t>egagement_data.csv</a:t>
            </a:r>
          </a:p>
          <a:p>
            <a:pPr marL="457200" marR="245595" lvl="0" indent="-317500" algn="l" rtl="0">
              <a:spcBef>
                <a:spcPts val="1600"/>
              </a:spcBef>
              <a:spcAft>
                <a:spcPts val="0"/>
              </a:spcAft>
              <a:buSzPts val="1400"/>
              <a:buChar char="●"/>
            </a:pPr>
            <a:r>
              <a:rPr lang="en-US" dirty="0"/>
              <a:t>US_covid-19.csv</a:t>
            </a:r>
          </a:p>
          <a:p>
            <a:pPr marL="457200" marR="245595" lvl="0" indent="-317500" algn="l" rtl="0">
              <a:spcBef>
                <a:spcPts val="1600"/>
              </a:spcBef>
              <a:spcAft>
                <a:spcPts val="0"/>
              </a:spcAft>
              <a:buSzPts val="1400"/>
              <a:buChar char="●"/>
            </a:pPr>
            <a:r>
              <a:rPr lang="en-US" dirty="0"/>
              <a:t>policy_expenditure.csv</a:t>
            </a:r>
          </a:p>
          <a:p>
            <a:pPr marL="457200" marR="245595" lvl="0" indent="-317500" algn="l" rtl="0">
              <a:spcBef>
                <a:spcPts val="1600"/>
              </a:spcBef>
              <a:spcAft>
                <a:spcPts val="0"/>
              </a:spcAft>
              <a:buSzPts val="1400"/>
              <a:buChar char="●"/>
            </a:pPr>
            <a:r>
              <a:rPr lang="vi-VN" dirty="0"/>
              <a:t>COVID19_state.csv, broadband_access.csv,asc2017_county_data.csv</a:t>
            </a:r>
            <a:endParaRPr lang="en-US" dirty="0"/>
          </a:p>
          <a:p>
            <a:pPr marL="457200" marR="245595" lvl="0" indent="-317500" algn="l" rtl="0">
              <a:spcBef>
                <a:spcPts val="1600"/>
              </a:spcBef>
              <a:spcAft>
                <a:spcPts val="0"/>
              </a:spcAft>
              <a:buSzPts val="1400"/>
              <a:buChar char="●"/>
            </a:pPr>
            <a:r>
              <a:rPr lang="en-US" dirty="0"/>
              <a:t>https://datacenter.aecf.org/</a:t>
            </a:r>
          </a:p>
        </p:txBody>
      </p:sp>
      <p:grpSp>
        <p:nvGrpSpPr>
          <p:cNvPr id="584" name="Google Shape;584;p40"/>
          <p:cNvGrpSpPr/>
          <p:nvPr/>
        </p:nvGrpSpPr>
        <p:grpSpPr>
          <a:xfrm>
            <a:off x="5052950" y="1003286"/>
            <a:ext cx="3371050" cy="3136925"/>
            <a:chOff x="5052950" y="1003286"/>
            <a:chExt cx="3371050" cy="3136925"/>
          </a:xfrm>
        </p:grpSpPr>
        <p:sp>
          <p:nvSpPr>
            <p:cNvPr id="585" name="Google Shape;585;p40"/>
            <p:cNvSpPr/>
            <p:nvPr/>
          </p:nvSpPr>
          <p:spPr>
            <a:xfrm>
              <a:off x="8080887" y="1431206"/>
              <a:ext cx="28102" cy="145221"/>
            </a:xfrm>
            <a:custGeom>
              <a:avLst/>
              <a:gdLst/>
              <a:ahLst/>
              <a:cxnLst/>
              <a:rect l="l" t="t" r="r" b="b"/>
              <a:pathLst>
                <a:path w="167" h="863" extrusionOk="0">
                  <a:moveTo>
                    <a:pt x="86" y="0"/>
                  </a:moveTo>
                  <a:cubicBezTo>
                    <a:pt x="41" y="0"/>
                    <a:pt x="0" y="41"/>
                    <a:pt x="0" y="86"/>
                  </a:cubicBezTo>
                  <a:lnTo>
                    <a:pt x="0" y="777"/>
                  </a:lnTo>
                  <a:cubicBezTo>
                    <a:pt x="0" y="822"/>
                    <a:pt x="41" y="863"/>
                    <a:pt x="86" y="863"/>
                  </a:cubicBezTo>
                  <a:cubicBezTo>
                    <a:pt x="127" y="863"/>
                    <a:pt x="167" y="822"/>
                    <a:pt x="167" y="777"/>
                  </a:cubicBezTo>
                  <a:lnTo>
                    <a:pt x="167" y="86"/>
                  </a:lnTo>
                  <a:cubicBezTo>
                    <a:pt x="167" y="41"/>
                    <a:pt x="127" y="0"/>
                    <a:pt x="86"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40"/>
            <p:cNvSpPr/>
            <p:nvPr/>
          </p:nvSpPr>
          <p:spPr>
            <a:xfrm>
              <a:off x="8020644" y="1491448"/>
              <a:ext cx="145223" cy="28102"/>
            </a:xfrm>
            <a:custGeom>
              <a:avLst/>
              <a:gdLst/>
              <a:ahLst/>
              <a:cxnLst/>
              <a:rect l="l" t="t" r="r" b="b"/>
              <a:pathLst>
                <a:path w="863" h="167" extrusionOk="0">
                  <a:moveTo>
                    <a:pt x="86" y="0"/>
                  </a:moveTo>
                  <a:cubicBezTo>
                    <a:pt x="41" y="0"/>
                    <a:pt x="0" y="20"/>
                    <a:pt x="0" y="86"/>
                  </a:cubicBezTo>
                  <a:cubicBezTo>
                    <a:pt x="0" y="126"/>
                    <a:pt x="41" y="167"/>
                    <a:pt x="86" y="167"/>
                  </a:cubicBezTo>
                  <a:lnTo>
                    <a:pt x="777" y="167"/>
                  </a:lnTo>
                  <a:cubicBezTo>
                    <a:pt x="823" y="167"/>
                    <a:pt x="863" y="126"/>
                    <a:pt x="863" y="86"/>
                  </a:cubicBezTo>
                  <a:cubicBezTo>
                    <a:pt x="863" y="20"/>
                    <a:pt x="823" y="0"/>
                    <a:pt x="77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0"/>
            <p:cNvSpPr/>
            <p:nvPr/>
          </p:nvSpPr>
          <p:spPr>
            <a:xfrm>
              <a:off x="8260772" y="3012642"/>
              <a:ext cx="29112" cy="144380"/>
            </a:xfrm>
            <a:custGeom>
              <a:avLst/>
              <a:gdLst/>
              <a:ahLst/>
              <a:cxnLst/>
              <a:rect l="l" t="t" r="r" b="b"/>
              <a:pathLst>
                <a:path w="173" h="858" extrusionOk="0">
                  <a:moveTo>
                    <a:pt x="87" y="0"/>
                  </a:moveTo>
                  <a:cubicBezTo>
                    <a:pt x="46" y="0"/>
                    <a:pt x="1" y="40"/>
                    <a:pt x="1" y="81"/>
                  </a:cubicBezTo>
                  <a:lnTo>
                    <a:pt x="1" y="777"/>
                  </a:lnTo>
                  <a:cubicBezTo>
                    <a:pt x="1" y="817"/>
                    <a:pt x="46" y="858"/>
                    <a:pt x="87" y="858"/>
                  </a:cubicBezTo>
                  <a:cubicBezTo>
                    <a:pt x="152" y="858"/>
                    <a:pt x="172" y="817"/>
                    <a:pt x="172" y="777"/>
                  </a:cubicBezTo>
                  <a:lnTo>
                    <a:pt x="172" y="81"/>
                  </a:lnTo>
                  <a:cubicBezTo>
                    <a:pt x="172" y="40"/>
                    <a:pt x="152" y="0"/>
                    <a:pt x="8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0"/>
            <p:cNvSpPr/>
            <p:nvPr/>
          </p:nvSpPr>
          <p:spPr>
            <a:xfrm>
              <a:off x="8204737" y="3072043"/>
              <a:ext cx="145392" cy="28943"/>
            </a:xfrm>
            <a:custGeom>
              <a:avLst/>
              <a:gdLst/>
              <a:ahLst/>
              <a:cxnLst/>
              <a:rect l="l" t="t" r="r" b="b"/>
              <a:pathLst>
                <a:path w="864" h="172" extrusionOk="0">
                  <a:moveTo>
                    <a:pt x="82" y="0"/>
                  </a:moveTo>
                  <a:cubicBezTo>
                    <a:pt x="41" y="0"/>
                    <a:pt x="1" y="46"/>
                    <a:pt x="1" y="86"/>
                  </a:cubicBezTo>
                  <a:cubicBezTo>
                    <a:pt x="1" y="126"/>
                    <a:pt x="41" y="172"/>
                    <a:pt x="82" y="172"/>
                  </a:cubicBezTo>
                  <a:lnTo>
                    <a:pt x="778" y="172"/>
                  </a:lnTo>
                  <a:cubicBezTo>
                    <a:pt x="818" y="172"/>
                    <a:pt x="864" y="126"/>
                    <a:pt x="864" y="86"/>
                  </a:cubicBezTo>
                  <a:cubicBezTo>
                    <a:pt x="864" y="46"/>
                    <a:pt x="818" y="0"/>
                    <a:pt x="778"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0"/>
            <p:cNvSpPr/>
            <p:nvPr/>
          </p:nvSpPr>
          <p:spPr>
            <a:xfrm>
              <a:off x="5113192" y="2297816"/>
              <a:ext cx="28271" cy="145390"/>
            </a:xfrm>
            <a:custGeom>
              <a:avLst/>
              <a:gdLst/>
              <a:ahLst/>
              <a:cxnLst/>
              <a:rect l="l" t="t" r="r" b="b"/>
              <a:pathLst>
                <a:path w="168" h="864" extrusionOk="0">
                  <a:moveTo>
                    <a:pt x="87" y="1"/>
                  </a:moveTo>
                  <a:cubicBezTo>
                    <a:pt x="41" y="1"/>
                    <a:pt x="1" y="21"/>
                    <a:pt x="1" y="86"/>
                  </a:cubicBezTo>
                  <a:lnTo>
                    <a:pt x="1" y="777"/>
                  </a:lnTo>
                  <a:cubicBezTo>
                    <a:pt x="1" y="818"/>
                    <a:pt x="41" y="863"/>
                    <a:pt x="87" y="863"/>
                  </a:cubicBezTo>
                  <a:cubicBezTo>
                    <a:pt x="127" y="863"/>
                    <a:pt x="167" y="818"/>
                    <a:pt x="167" y="777"/>
                  </a:cubicBezTo>
                  <a:lnTo>
                    <a:pt x="167" y="86"/>
                  </a:lnTo>
                  <a:cubicBezTo>
                    <a:pt x="167" y="21"/>
                    <a:pt x="127" y="1"/>
                    <a:pt x="87"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0"/>
            <p:cNvSpPr/>
            <p:nvPr/>
          </p:nvSpPr>
          <p:spPr>
            <a:xfrm>
              <a:off x="5052950" y="2354692"/>
              <a:ext cx="145392" cy="28270"/>
            </a:xfrm>
            <a:custGeom>
              <a:avLst/>
              <a:gdLst/>
              <a:ahLst/>
              <a:cxnLst/>
              <a:rect l="l" t="t" r="r" b="b"/>
              <a:pathLst>
                <a:path w="864" h="168" extrusionOk="0">
                  <a:moveTo>
                    <a:pt x="87" y="1"/>
                  </a:moveTo>
                  <a:cubicBezTo>
                    <a:pt x="46" y="1"/>
                    <a:pt x="1" y="41"/>
                    <a:pt x="1" y="81"/>
                  </a:cubicBezTo>
                  <a:cubicBezTo>
                    <a:pt x="1" y="127"/>
                    <a:pt x="46" y="167"/>
                    <a:pt x="87" y="167"/>
                  </a:cubicBezTo>
                  <a:lnTo>
                    <a:pt x="778" y="167"/>
                  </a:lnTo>
                  <a:cubicBezTo>
                    <a:pt x="843" y="167"/>
                    <a:pt x="863" y="127"/>
                    <a:pt x="863" y="81"/>
                  </a:cubicBezTo>
                  <a:cubicBezTo>
                    <a:pt x="863" y="41"/>
                    <a:pt x="843" y="1"/>
                    <a:pt x="778"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0"/>
            <p:cNvSpPr/>
            <p:nvPr/>
          </p:nvSpPr>
          <p:spPr>
            <a:xfrm>
              <a:off x="5845861" y="1003286"/>
              <a:ext cx="28102" cy="120821"/>
            </a:xfrm>
            <a:custGeom>
              <a:avLst/>
              <a:gdLst/>
              <a:ahLst/>
              <a:cxnLst/>
              <a:rect l="l" t="t" r="r" b="b"/>
              <a:pathLst>
                <a:path w="167" h="718" extrusionOk="0">
                  <a:moveTo>
                    <a:pt x="81" y="1"/>
                  </a:moveTo>
                  <a:cubicBezTo>
                    <a:pt x="41" y="1"/>
                    <a:pt x="0" y="21"/>
                    <a:pt x="0" y="86"/>
                  </a:cubicBezTo>
                  <a:lnTo>
                    <a:pt x="0" y="631"/>
                  </a:lnTo>
                  <a:cubicBezTo>
                    <a:pt x="0" y="692"/>
                    <a:pt x="41" y="717"/>
                    <a:pt x="81" y="717"/>
                  </a:cubicBezTo>
                  <a:cubicBezTo>
                    <a:pt x="126" y="717"/>
                    <a:pt x="167" y="692"/>
                    <a:pt x="167" y="631"/>
                  </a:cubicBezTo>
                  <a:lnTo>
                    <a:pt x="167" y="86"/>
                  </a:lnTo>
                  <a:cubicBezTo>
                    <a:pt x="167" y="21"/>
                    <a:pt x="126" y="1"/>
                    <a:pt x="81"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0"/>
            <p:cNvSpPr/>
            <p:nvPr/>
          </p:nvSpPr>
          <p:spPr>
            <a:xfrm>
              <a:off x="5795715" y="1049225"/>
              <a:ext cx="124189" cy="28102"/>
            </a:xfrm>
            <a:custGeom>
              <a:avLst/>
              <a:gdLst/>
              <a:ahLst/>
              <a:cxnLst/>
              <a:rect l="l" t="t" r="r" b="b"/>
              <a:pathLst>
                <a:path w="738" h="167" extrusionOk="0">
                  <a:moveTo>
                    <a:pt x="86" y="0"/>
                  </a:moveTo>
                  <a:cubicBezTo>
                    <a:pt x="46" y="0"/>
                    <a:pt x="1" y="41"/>
                    <a:pt x="1" y="86"/>
                  </a:cubicBezTo>
                  <a:cubicBezTo>
                    <a:pt x="1" y="126"/>
                    <a:pt x="46" y="167"/>
                    <a:pt x="86" y="167"/>
                  </a:cubicBezTo>
                  <a:lnTo>
                    <a:pt x="651" y="167"/>
                  </a:lnTo>
                  <a:cubicBezTo>
                    <a:pt x="697" y="167"/>
                    <a:pt x="737" y="126"/>
                    <a:pt x="737" y="86"/>
                  </a:cubicBezTo>
                  <a:cubicBezTo>
                    <a:pt x="737" y="41"/>
                    <a:pt x="697" y="0"/>
                    <a:pt x="651"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0"/>
            <p:cNvSpPr/>
            <p:nvPr/>
          </p:nvSpPr>
          <p:spPr>
            <a:xfrm>
              <a:off x="5746579" y="2064420"/>
              <a:ext cx="39209" cy="39208"/>
            </a:xfrm>
            <a:custGeom>
              <a:avLst/>
              <a:gdLst/>
              <a:ahLst/>
              <a:cxnLst/>
              <a:rect l="l" t="t" r="r" b="b"/>
              <a:pathLst>
                <a:path w="233" h="233" extrusionOk="0">
                  <a:moveTo>
                    <a:pt x="126" y="0"/>
                  </a:moveTo>
                  <a:cubicBezTo>
                    <a:pt x="61" y="0"/>
                    <a:pt x="0" y="41"/>
                    <a:pt x="0" y="106"/>
                  </a:cubicBezTo>
                  <a:cubicBezTo>
                    <a:pt x="0" y="167"/>
                    <a:pt x="61" y="232"/>
                    <a:pt x="126" y="232"/>
                  </a:cubicBezTo>
                  <a:cubicBezTo>
                    <a:pt x="187" y="232"/>
                    <a:pt x="232" y="167"/>
                    <a:pt x="232" y="106"/>
                  </a:cubicBezTo>
                  <a:cubicBezTo>
                    <a:pt x="232" y="41"/>
                    <a:pt x="187" y="0"/>
                    <a:pt x="126"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0"/>
            <p:cNvSpPr/>
            <p:nvPr/>
          </p:nvSpPr>
          <p:spPr>
            <a:xfrm>
              <a:off x="8201371" y="2524480"/>
              <a:ext cx="38367" cy="38367"/>
            </a:xfrm>
            <a:custGeom>
              <a:avLst/>
              <a:gdLst/>
              <a:ahLst/>
              <a:cxnLst/>
              <a:rect l="l" t="t" r="r" b="b"/>
              <a:pathLst>
                <a:path w="228" h="228" extrusionOk="0">
                  <a:moveTo>
                    <a:pt x="102" y="0"/>
                  </a:moveTo>
                  <a:cubicBezTo>
                    <a:pt x="41" y="0"/>
                    <a:pt x="1" y="61"/>
                    <a:pt x="1" y="127"/>
                  </a:cubicBezTo>
                  <a:cubicBezTo>
                    <a:pt x="1" y="187"/>
                    <a:pt x="41" y="227"/>
                    <a:pt x="102" y="227"/>
                  </a:cubicBezTo>
                  <a:cubicBezTo>
                    <a:pt x="187" y="227"/>
                    <a:pt x="228" y="187"/>
                    <a:pt x="228" y="127"/>
                  </a:cubicBezTo>
                  <a:cubicBezTo>
                    <a:pt x="228" y="61"/>
                    <a:pt x="187" y="0"/>
                    <a:pt x="102"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0"/>
            <p:cNvSpPr/>
            <p:nvPr/>
          </p:nvSpPr>
          <p:spPr>
            <a:xfrm>
              <a:off x="7790613" y="1094995"/>
              <a:ext cx="39209" cy="39208"/>
            </a:xfrm>
            <a:custGeom>
              <a:avLst/>
              <a:gdLst/>
              <a:ahLst/>
              <a:cxnLst/>
              <a:rect l="l" t="t" r="r" b="b"/>
              <a:pathLst>
                <a:path w="233" h="233" extrusionOk="0">
                  <a:moveTo>
                    <a:pt x="106" y="1"/>
                  </a:moveTo>
                  <a:cubicBezTo>
                    <a:pt x="46" y="1"/>
                    <a:pt x="0" y="66"/>
                    <a:pt x="0" y="127"/>
                  </a:cubicBezTo>
                  <a:cubicBezTo>
                    <a:pt x="0" y="192"/>
                    <a:pt x="46" y="233"/>
                    <a:pt x="106" y="233"/>
                  </a:cubicBezTo>
                  <a:cubicBezTo>
                    <a:pt x="192" y="233"/>
                    <a:pt x="232" y="192"/>
                    <a:pt x="232" y="127"/>
                  </a:cubicBezTo>
                  <a:cubicBezTo>
                    <a:pt x="232" y="66"/>
                    <a:pt x="192" y="1"/>
                    <a:pt x="106"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0"/>
            <p:cNvSpPr/>
            <p:nvPr/>
          </p:nvSpPr>
          <p:spPr>
            <a:xfrm>
              <a:off x="7946772" y="2100094"/>
              <a:ext cx="38367" cy="38367"/>
            </a:xfrm>
            <a:custGeom>
              <a:avLst/>
              <a:gdLst/>
              <a:ahLst/>
              <a:cxnLst/>
              <a:rect l="l" t="t" r="r" b="b"/>
              <a:pathLst>
                <a:path w="228" h="228" extrusionOk="0">
                  <a:moveTo>
                    <a:pt x="101" y="0"/>
                  </a:moveTo>
                  <a:cubicBezTo>
                    <a:pt x="41" y="0"/>
                    <a:pt x="0" y="61"/>
                    <a:pt x="0" y="126"/>
                  </a:cubicBezTo>
                  <a:cubicBezTo>
                    <a:pt x="0" y="187"/>
                    <a:pt x="41" y="227"/>
                    <a:pt x="101" y="227"/>
                  </a:cubicBezTo>
                  <a:cubicBezTo>
                    <a:pt x="187" y="227"/>
                    <a:pt x="227" y="187"/>
                    <a:pt x="227" y="126"/>
                  </a:cubicBezTo>
                  <a:cubicBezTo>
                    <a:pt x="227" y="61"/>
                    <a:pt x="187" y="0"/>
                    <a:pt x="101"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0"/>
            <p:cNvSpPr/>
            <p:nvPr/>
          </p:nvSpPr>
          <p:spPr>
            <a:xfrm>
              <a:off x="5279616" y="3097452"/>
              <a:ext cx="39209" cy="38367"/>
            </a:xfrm>
            <a:custGeom>
              <a:avLst/>
              <a:gdLst/>
              <a:ahLst/>
              <a:cxnLst/>
              <a:rect l="l" t="t" r="r" b="b"/>
              <a:pathLst>
                <a:path w="233" h="228" extrusionOk="0">
                  <a:moveTo>
                    <a:pt x="127" y="0"/>
                  </a:moveTo>
                  <a:cubicBezTo>
                    <a:pt x="61" y="0"/>
                    <a:pt x="1" y="41"/>
                    <a:pt x="1" y="101"/>
                  </a:cubicBezTo>
                  <a:cubicBezTo>
                    <a:pt x="1" y="167"/>
                    <a:pt x="61" y="227"/>
                    <a:pt x="127" y="227"/>
                  </a:cubicBezTo>
                  <a:cubicBezTo>
                    <a:pt x="187" y="227"/>
                    <a:pt x="233" y="167"/>
                    <a:pt x="233" y="101"/>
                  </a:cubicBezTo>
                  <a:cubicBezTo>
                    <a:pt x="233" y="41"/>
                    <a:pt x="187" y="0"/>
                    <a:pt x="12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0"/>
            <p:cNvSpPr/>
            <p:nvPr/>
          </p:nvSpPr>
          <p:spPr>
            <a:xfrm>
              <a:off x="8356689" y="1986341"/>
              <a:ext cx="67311" cy="67142"/>
            </a:xfrm>
            <a:custGeom>
              <a:avLst/>
              <a:gdLst/>
              <a:ahLst/>
              <a:cxnLst/>
              <a:rect l="l" t="t" r="r" b="b"/>
              <a:pathLst>
                <a:path w="400" h="399" extrusionOk="0">
                  <a:moveTo>
                    <a:pt x="188" y="0"/>
                  </a:moveTo>
                  <a:cubicBezTo>
                    <a:pt x="87" y="0"/>
                    <a:pt x="1" y="86"/>
                    <a:pt x="1" y="192"/>
                  </a:cubicBezTo>
                  <a:cubicBezTo>
                    <a:pt x="1" y="318"/>
                    <a:pt x="87" y="399"/>
                    <a:pt x="188" y="399"/>
                  </a:cubicBezTo>
                  <a:cubicBezTo>
                    <a:pt x="314" y="399"/>
                    <a:pt x="399" y="318"/>
                    <a:pt x="399" y="192"/>
                  </a:cubicBezTo>
                  <a:cubicBezTo>
                    <a:pt x="399" y="86"/>
                    <a:pt x="314" y="0"/>
                    <a:pt x="188"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0"/>
            <p:cNvSpPr/>
            <p:nvPr/>
          </p:nvSpPr>
          <p:spPr>
            <a:xfrm>
              <a:off x="5315290" y="1561955"/>
              <a:ext cx="67311" cy="67142"/>
            </a:xfrm>
            <a:custGeom>
              <a:avLst/>
              <a:gdLst/>
              <a:ahLst/>
              <a:cxnLst/>
              <a:rect l="l" t="t" r="r" b="b"/>
              <a:pathLst>
                <a:path w="400" h="399" extrusionOk="0">
                  <a:moveTo>
                    <a:pt x="187" y="0"/>
                  </a:moveTo>
                  <a:cubicBezTo>
                    <a:pt x="81" y="0"/>
                    <a:pt x="1" y="86"/>
                    <a:pt x="1" y="192"/>
                  </a:cubicBezTo>
                  <a:cubicBezTo>
                    <a:pt x="1" y="318"/>
                    <a:pt x="81" y="399"/>
                    <a:pt x="187" y="399"/>
                  </a:cubicBezTo>
                  <a:cubicBezTo>
                    <a:pt x="313" y="399"/>
                    <a:pt x="399" y="318"/>
                    <a:pt x="399" y="192"/>
                  </a:cubicBezTo>
                  <a:cubicBezTo>
                    <a:pt x="399" y="86"/>
                    <a:pt x="313" y="0"/>
                    <a:pt x="18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0"/>
            <p:cNvSpPr/>
            <p:nvPr/>
          </p:nvSpPr>
          <p:spPr>
            <a:xfrm rot="10800000">
              <a:off x="6711803" y="3174818"/>
              <a:ext cx="168" cy="933926"/>
            </a:xfrm>
            <a:custGeom>
              <a:avLst/>
              <a:gdLst/>
              <a:ahLst/>
              <a:cxnLst/>
              <a:rect l="l" t="t" r="r" b="b"/>
              <a:pathLst>
                <a:path w="1" h="5550" extrusionOk="0">
                  <a:moveTo>
                    <a:pt x="1" y="0"/>
                  </a:moveTo>
                  <a:lnTo>
                    <a:pt x="1" y="5549"/>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0"/>
            <p:cNvSpPr/>
            <p:nvPr/>
          </p:nvSpPr>
          <p:spPr>
            <a:xfrm rot="10800000">
              <a:off x="6704904" y="3174818"/>
              <a:ext cx="14640" cy="933926"/>
            </a:xfrm>
            <a:custGeom>
              <a:avLst/>
              <a:gdLst/>
              <a:ahLst/>
              <a:cxnLst/>
              <a:rect l="l" t="t" r="r" b="b"/>
              <a:pathLst>
                <a:path w="87" h="5550" extrusionOk="0">
                  <a:moveTo>
                    <a:pt x="0" y="0"/>
                  </a:moveTo>
                  <a:lnTo>
                    <a:pt x="0" y="5549"/>
                  </a:lnTo>
                  <a:lnTo>
                    <a:pt x="86" y="5549"/>
                  </a:lnTo>
                  <a:lnTo>
                    <a:pt x="86" y="0"/>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0"/>
            <p:cNvSpPr/>
            <p:nvPr/>
          </p:nvSpPr>
          <p:spPr>
            <a:xfrm rot="10800000">
              <a:off x="6581054" y="3156981"/>
              <a:ext cx="168" cy="933926"/>
            </a:xfrm>
            <a:custGeom>
              <a:avLst/>
              <a:gdLst/>
              <a:ahLst/>
              <a:cxnLst/>
              <a:rect l="l" t="t" r="r" b="b"/>
              <a:pathLst>
                <a:path w="1" h="5550" extrusionOk="0">
                  <a:moveTo>
                    <a:pt x="1" y="0"/>
                  </a:moveTo>
                  <a:lnTo>
                    <a:pt x="1" y="5549"/>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0"/>
            <p:cNvSpPr/>
            <p:nvPr/>
          </p:nvSpPr>
          <p:spPr>
            <a:xfrm rot="10800000">
              <a:off x="6570788" y="3156981"/>
              <a:ext cx="18006" cy="933926"/>
            </a:xfrm>
            <a:custGeom>
              <a:avLst/>
              <a:gdLst/>
              <a:ahLst/>
              <a:cxnLst/>
              <a:rect l="l" t="t" r="r" b="b"/>
              <a:pathLst>
                <a:path w="107" h="5550" extrusionOk="0">
                  <a:moveTo>
                    <a:pt x="0" y="0"/>
                  </a:moveTo>
                  <a:lnTo>
                    <a:pt x="0" y="5549"/>
                  </a:lnTo>
                  <a:lnTo>
                    <a:pt x="106" y="5549"/>
                  </a:lnTo>
                  <a:lnTo>
                    <a:pt x="106" y="0"/>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0"/>
            <p:cNvSpPr/>
            <p:nvPr/>
          </p:nvSpPr>
          <p:spPr>
            <a:xfrm rot="10800000">
              <a:off x="6828922" y="3206285"/>
              <a:ext cx="168" cy="933926"/>
            </a:xfrm>
            <a:custGeom>
              <a:avLst/>
              <a:gdLst/>
              <a:ahLst/>
              <a:cxnLst/>
              <a:rect l="l" t="t" r="r" b="b"/>
              <a:pathLst>
                <a:path w="1" h="5550" extrusionOk="0">
                  <a:moveTo>
                    <a:pt x="1" y="1"/>
                  </a:moveTo>
                  <a:lnTo>
                    <a:pt x="1" y="5550"/>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0"/>
            <p:cNvSpPr/>
            <p:nvPr/>
          </p:nvSpPr>
          <p:spPr>
            <a:xfrm rot="10800000">
              <a:off x="6822023" y="3206285"/>
              <a:ext cx="13799" cy="933926"/>
            </a:xfrm>
            <a:custGeom>
              <a:avLst/>
              <a:gdLst/>
              <a:ahLst/>
              <a:cxnLst/>
              <a:rect l="l" t="t" r="r" b="b"/>
              <a:pathLst>
                <a:path w="82" h="5550" extrusionOk="0">
                  <a:moveTo>
                    <a:pt x="0" y="1"/>
                  </a:moveTo>
                  <a:lnTo>
                    <a:pt x="0" y="5550"/>
                  </a:lnTo>
                  <a:lnTo>
                    <a:pt x="81" y="5550"/>
                  </a:lnTo>
                  <a:lnTo>
                    <a:pt x="81" y="1"/>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0"/>
            <p:cNvSpPr/>
            <p:nvPr/>
          </p:nvSpPr>
          <p:spPr>
            <a:xfrm>
              <a:off x="6278754" y="1912065"/>
              <a:ext cx="870163" cy="336382"/>
            </a:xfrm>
            <a:custGeom>
              <a:avLst/>
              <a:gdLst/>
              <a:ahLst/>
              <a:cxnLst/>
              <a:rect l="l" t="t" r="r" b="b"/>
              <a:pathLst>
                <a:path w="5171" h="1999" extrusionOk="0">
                  <a:moveTo>
                    <a:pt x="41" y="319"/>
                  </a:moveTo>
                  <a:cubicBezTo>
                    <a:pt x="41" y="327"/>
                    <a:pt x="41" y="332"/>
                    <a:pt x="38" y="335"/>
                  </a:cubicBezTo>
                  <a:lnTo>
                    <a:pt x="38" y="335"/>
                  </a:lnTo>
                  <a:lnTo>
                    <a:pt x="191" y="319"/>
                  </a:lnTo>
                  <a:close/>
                  <a:moveTo>
                    <a:pt x="38" y="335"/>
                  </a:moveTo>
                  <a:lnTo>
                    <a:pt x="0" y="339"/>
                  </a:lnTo>
                  <a:cubicBezTo>
                    <a:pt x="24" y="339"/>
                    <a:pt x="34" y="339"/>
                    <a:pt x="38" y="335"/>
                  </a:cubicBezTo>
                  <a:close/>
                  <a:moveTo>
                    <a:pt x="3047" y="1"/>
                  </a:moveTo>
                  <a:cubicBezTo>
                    <a:pt x="3047" y="1"/>
                    <a:pt x="3027" y="21"/>
                    <a:pt x="3007" y="21"/>
                  </a:cubicBezTo>
                  <a:lnTo>
                    <a:pt x="191" y="319"/>
                  </a:lnTo>
                  <a:lnTo>
                    <a:pt x="252" y="319"/>
                  </a:lnTo>
                  <a:lnTo>
                    <a:pt x="273" y="339"/>
                  </a:lnTo>
                  <a:lnTo>
                    <a:pt x="419" y="339"/>
                  </a:lnTo>
                  <a:cubicBezTo>
                    <a:pt x="464" y="359"/>
                    <a:pt x="505" y="359"/>
                    <a:pt x="525" y="379"/>
                  </a:cubicBezTo>
                  <a:lnTo>
                    <a:pt x="565" y="379"/>
                  </a:lnTo>
                  <a:cubicBezTo>
                    <a:pt x="611" y="399"/>
                    <a:pt x="651" y="399"/>
                    <a:pt x="691" y="424"/>
                  </a:cubicBezTo>
                  <a:lnTo>
                    <a:pt x="717" y="424"/>
                  </a:lnTo>
                  <a:cubicBezTo>
                    <a:pt x="737" y="445"/>
                    <a:pt x="777" y="445"/>
                    <a:pt x="797" y="465"/>
                  </a:cubicBezTo>
                  <a:cubicBezTo>
                    <a:pt x="817" y="465"/>
                    <a:pt x="817" y="485"/>
                    <a:pt x="843" y="485"/>
                  </a:cubicBezTo>
                  <a:cubicBezTo>
                    <a:pt x="883" y="505"/>
                    <a:pt x="923" y="525"/>
                    <a:pt x="969" y="551"/>
                  </a:cubicBezTo>
                  <a:cubicBezTo>
                    <a:pt x="1009" y="571"/>
                    <a:pt x="1029" y="591"/>
                    <a:pt x="1070" y="611"/>
                  </a:cubicBezTo>
                  <a:cubicBezTo>
                    <a:pt x="1070" y="611"/>
                    <a:pt x="1095" y="611"/>
                    <a:pt x="1095" y="631"/>
                  </a:cubicBezTo>
                  <a:cubicBezTo>
                    <a:pt x="1135" y="651"/>
                    <a:pt x="1155" y="677"/>
                    <a:pt x="1196" y="697"/>
                  </a:cubicBezTo>
                  <a:lnTo>
                    <a:pt x="1221" y="717"/>
                  </a:lnTo>
                  <a:cubicBezTo>
                    <a:pt x="1261" y="737"/>
                    <a:pt x="1282" y="757"/>
                    <a:pt x="1322" y="803"/>
                  </a:cubicBezTo>
                  <a:lnTo>
                    <a:pt x="1347" y="803"/>
                  </a:lnTo>
                  <a:cubicBezTo>
                    <a:pt x="1367" y="843"/>
                    <a:pt x="1408" y="863"/>
                    <a:pt x="1428" y="883"/>
                  </a:cubicBezTo>
                  <a:lnTo>
                    <a:pt x="1473" y="929"/>
                  </a:lnTo>
                  <a:lnTo>
                    <a:pt x="1534" y="989"/>
                  </a:lnTo>
                  <a:cubicBezTo>
                    <a:pt x="1554" y="1010"/>
                    <a:pt x="1554" y="1030"/>
                    <a:pt x="1574" y="1055"/>
                  </a:cubicBezTo>
                  <a:cubicBezTo>
                    <a:pt x="1599" y="1075"/>
                    <a:pt x="1620" y="1095"/>
                    <a:pt x="1640" y="1116"/>
                  </a:cubicBezTo>
                  <a:cubicBezTo>
                    <a:pt x="1660" y="1136"/>
                    <a:pt x="1680" y="1156"/>
                    <a:pt x="1680" y="1181"/>
                  </a:cubicBezTo>
                  <a:cubicBezTo>
                    <a:pt x="1700" y="1201"/>
                    <a:pt x="1725" y="1221"/>
                    <a:pt x="1746" y="1242"/>
                  </a:cubicBezTo>
                  <a:cubicBezTo>
                    <a:pt x="1766" y="1262"/>
                    <a:pt x="1786" y="1307"/>
                    <a:pt x="1806" y="1348"/>
                  </a:cubicBezTo>
                  <a:cubicBezTo>
                    <a:pt x="1826" y="1348"/>
                    <a:pt x="1826" y="1368"/>
                    <a:pt x="1852" y="1388"/>
                  </a:cubicBezTo>
                  <a:cubicBezTo>
                    <a:pt x="1892" y="1454"/>
                    <a:pt x="1912" y="1514"/>
                    <a:pt x="1952" y="1580"/>
                  </a:cubicBezTo>
                  <a:cubicBezTo>
                    <a:pt x="1978" y="1600"/>
                    <a:pt x="1978" y="1620"/>
                    <a:pt x="1998" y="1640"/>
                  </a:cubicBezTo>
                  <a:cubicBezTo>
                    <a:pt x="2018" y="1686"/>
                    <a:pt x="2038" y="1726"/>
                    <a:pt x="2058" y="1766"/>
                  </a:cubicBezTo>
                  <a:cubicBezTo>
                    <a:pt x="2058" y="1786"/>
                    <a:pt x="2079" y="1812"/>
                    <a:pt x="2079" y="1812"/>
                  </a:cubicBezTo>
                  <a:cubicBezTo>
                    <a:pt x="2104" y="1872"/>
                    <a:pt x="2144" y="1938"/>
                    <a:pt x="2164" y="1998"/>
                  </a:cubicBezTo>
                  <a:lnTo>
                    <a:pt x="5171" y="1686"/>
                  </a:lnTo>
                  <a:cubicBezTo>
                    <a:pt x="5151" y="1620"/>
                    <a:pt x="5105" y="1559"/>
                    <a:pt x="5085" y="1494"/>
                  </a:cubicBezTo>
                  <a:cubicBezTo>
                    <a:pt x="5085" y="1494"/>
                    <a:pt x="5065" y="1474"/>
                    <a:pt x="5065" y="1454"/>
                  </a:cubicBezTo>
                  <a:cubicBezTo>
                    <a:pt x="5045" y="1408"/>
                    <a:pt x="5025" y="1368"/>
                    <a:pt x="4979" y="1327"/>
                  </a:cubicBezTo>
                  <a:lnTo>
                    <a:pt x="4979" y="1282"/>
                  </a:lnTo>
                  <a:lnTo>
                    <a:pt x="4959" y="1262"/>
                  </a:lnTo>
                  <a:cubicBezTo>
                    <a:pt x="4919" y="1201"/>
                    <a:pt x="4878" y="1136"/>
                    <a:pt x="4833" y="1075"/>
                  </a:cubicBezTo>
                  <a:lnTo>
                    <a:pt x="4833" y="1055"/>
                  </a:lnTo>
                  <a:lnTo>
                    <a:pt x="4813" y="1030"/>
                  </a:lnTo>
                  <a:cubicBezTo>
                    <a:pt x="4793" y="989"/>
                    <a:pt x="4772" y="949"/>
                    <a:pt x="4727" y="929"/>
                  </a:cubicBezTo>
                  <a:lnTo>
                    <a:pt x="4727" y="883"/>
                  </a:lnTo>
                  <a:cubicBezTo>
                    <a:pt x="4707" y="883"/>
                    <a:pt x="4707" y="863"/>
                    <a:pt x="4687" y="863"/>
                  </a:cubicBezTo>
                  <a:cubicBezTo>
                    <a:pt x="4666" y="843"/>
                    <a:pt x="4666" y="823"/>
                    <a:pt x="4646" y="803"/>
                  </a:cubicBezTo>
                  <a:cubicBezTo>
                    <a:pt x="4626" y="778"/>
                    <a:pt x="4626" y="778"/>
                    <a:pt x="4626" y="757"/>
                  </a:cubicBezTo>
                  <a:cubicBezTo>
                    <a:pt x="4601" y="757"/>
                    <a:pt x="4601" y="737"/>
                    <a:pt x="4581" y="737"/>
                  </a:cubicBezTo>
                  <a:cubicBezTo>
                    <a:pt x="4560" y="717"/>
                    <a:pt x="4560" y="697"/>
                    <a:pt x="4540" y="677"/>
                  </a:cubicBezTo>
                  <a:lnTo>
                    <a:pt x="4520" y="651"/>
                  </a:lnTo>
                  <a:cubicBezTo>
                    <a:pt x="4500" y="631"/>
                    <a:pt x="4500" y="631"/>
                    <a:pt x="4475" y="611"/>
                  </a:cubicBezTo>
                  <a:cubicBezTo>
                    <a:pt x="4455" y="591"/>
                    <a:pt x="4455" y="591"/>
                    <a:pt x="4434" y="571"/>
                  </a:cubicBezTo>
                  <a:lnTo>
                    <a:pt x="4414" y="551"/>
                  </a:lnTo>
                  <a:cubicBezTo>
                    <a:pt x="4394" y="525"/>
                    <a:pt x="4374" y="505"/>
                    <a:pt x="4349" y="485"/>
                  </a:cubicBezTo>
                  <a:lnTo>
                    <a:pt x="4328" y="485"/>
                  </a:lnTo>
                  <a:lnTo>
                    <a:pt x="4328" y="465"/>
                  </a:lnTo>
                  <a:cubicBezTo>
                    <a:pt x="4288" y="445"/>
                    <a:pt x="4268" y="424"/>
                    <a:pt x="4223" y="399"/>
                  </a:cubicBezTo>
                  <a:cubicBezTo>
                    <a:pt x="4202" y="379"/>
                    <a:pt x="4202" y="379"/>
                    <a:pt x="4182" y="379"/>
                  </a:cubicBezTo>
                  <a:cubicBezTo>
                    <a:pt x="4182" y="359"/>
                    <a:pt x="4162" y="339"/>
                    <a:pt x="4142" y="339"/>
                  </a:cubicBezTo>
                  <a:cubicBezTo>
                    <a:pt x="4142" y="319"/>
                    <a:pt x="4122" y="319"/>
                    <a:pt x="4096" y="319"/>
                  </a:cubicBezTo>
                  <a:cubicBezTo>
                    <a:pt x="4096" y="298"/>
                    <a:pt x="4076" y="298"/>
                    <a:pt x="4076" y="298"/>
                  </a:cubicBezTo>
                  <a:lnTo>
                    <a:pt x="4056" y="273"/>
                  </a:lnTo>
                  <a:cubicBezTo>
                    <a:pt x="4016" y="253"/>
                    <a:pt x="3996" y="233"/>
                    <a:pt x="3970" y="233"/>
                  </a:cubicBezTo>
                  <a:lnTo>
                    <a:pt x="3950" y="233"/>
                  </a:lnTo>
                  <a:lnTo>
                    <a:pt x="3950" y="213"/>
                  </a:lnTo>
                  <a:cubicBezTo>
                    <a:pt x="3930" y="213"/>
                    <a:pt x="3910" y="192"/>
                    <a:pt x="3869" y="172"/>
                  </a:cubicBezTo>
                  <a:lnTo>
                    <a:pt x="3844" y="172"/>
                  </a:lnTo>
                  <a:cubicBezTo>
                    <a:pt x="3824" y="172"/>
                    <a:pt x="3824" y="147"/>
                    <a:pt x="3804" y="147"/>
                  </a:cubicBezTo>
                  <a:cubicBezTo>
                    <a:pt x="3804" y="147"/>
                    <a:pt x="3784" y="147"/>
                    <a:pt x="3784" y="127"/>
                  </a:cubicBezTo>
                  <a:cubicBezTo>
                    <a:pt x="3763" y="127"/>
                    <a:pt x="3743" y="127"/>
                    <a:pt x="3718" y="107"/>
                  </a:cubicBezTo>
                  <a:lnTo>
                    <a:pt x="3678" y="107"/>
                  </a:lnTo>
                  <a:cubicBezTo>
                    <a:pt x="3658" y="86"/>
                    <a:pt x="3617" y="86"/>
                    <a:pt x="3572" y="66"/>
                  </a:cubicBezTo>
                  <a:lnTo>
                    <a:pt x="3531" y="66"/>
                  </a:lnTo>
                  <a:cubicBezTo>
                    <a:pt x="3511" y="46"/>
                    <a:pt x="3491" y="46"/>
                    <a:pt x="3466" y="46"/>
                  </a:cubicBezTo>
                  <a:cubicBezTo>
                    <a:pt x="3466" y="46"/>
                    <a:pt x="3446" y="46"/>
                    <a:pt x="3425" y="21"/>
                  </a:cubicBezTo>
                  <a:lnTo>
                    <a:pt x="3279" y="21"/>
                  </a:lnTo>
                  <a:lnTo>
                    <a:pt x="3259"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0"/>
            <p:cNvSpPr/>
            <p:nvPr/>
          </p:nvSpPr>
          <p:spPr>
            <a:xfrm>
              <a:off x="6731076" y="2163298"/>
              <a:ext cx="817660" cy="385686"/>
            </a:xfrm>
            <a:custGeom>
              <a:avLst/>
              <a:gdLst/>
              <a:ahLst/>
              <a:cxnLst/>
              <a:rect l="l" t="t" r="r" b="b"/>
              <a:pathLst>
                <a:path w="4859" h="2292" extrusionOk="0">
                  <a:moveTo>
                    <a:pt x="3007" y="1"/>
                  </a:moveTo>
                  <a:lnTo>
                    <a:pt x="1" y="319"/>
                  </a:lnTo>
                  <a:lnTo>
                    <a:pt x="213" y="319"/>
                  </a:lnTo>
                  <a:cubicBezTo>
                    <a:pt x="233" y="339"/>
                    <a:pt x="253" y="339"/>
                    <a:pt x="273" y="339"/>
                  </a:cubicBezTo>
                  <a:lnTo>
                    <a:pt x="319" y="339"/>
                  </a:lnTo>
                  <a:cubicBezTo>
                    <a:pt x="359" y="339"/>
                    <a:pt x="399" y="359"/>
                    <a:pt x="465" y="379"/>
                  </a:cubicBezTo>
                  <a:cubicBezTo>
                    <a:pt x="505" y="379"/>
                    <a:pt x="551" y="399"/>
                    <a:pt x="591" y="420"/>
                  </a:cubicBezTo>
                  <a:lnTo>
                    <a:pt x="611" y="420"/>
                  </a:lnTo>
                  <a:cubicBezTo>
                    <a:pt x="652" y="445"/>
                    <a:pt x="697" y="465"/>
                    <a:pt x="717" y="485"/>
                  </a:cubicBezTo>
                  <a:lnTo>
                    <a:pt x="737" y="485"/>
                  </a:lnTo>
                  <a:cubicBezTo>
                    <a:pt x="778" y="505"/>
                    <a:pt x="823" y="526"/>
                    <a:pt x="843" y="546"/>
                  </a:cubicBezTo>
                  <a:lnTo>
                    <a:pt x="864" y="571"/>
                  </a:lnTo>
                  <a:cubicBezTo>
                    <a:pt x="904" y="591"/>
                    <a:pt x="949" y="611"/>
                    <a:pt x="970" y="652"/>
                  </a:cubicBezTo>
                  <a:lnTo>
                    <a:pt x="990" y="652"/>
                  </a:lnTo>
                  <a:cubicBezTo>
                    <a:pt x="1030" y="697"/>
                    <a:pt x="1075" y="717"/>
                    <a:pt x="1096" y="758"/>
                  </a:cubicBezTo>
                  <a:lnTo>
                    <a:pt x="1116" y="758"/>
                  </a:lnTo>
                  <a:cubicBezTo>
                    <a:pt x="1136" y="798"/>
                    <a:pt x="1181" y="823"/>
                    <a:pt x="1202" y="863"/>
                  </a:cubicBezTo>
                  <a:cubicBezTo>
                    <a:pt x="1222" y="863"/>
                    <a:pt x="1222" y="884"/>
                    <a:pt x="1242" y="884"/>
                  </a:cubicBezTo>
                  <a:cubicBezTo>
                    <a:pt x="1262" y="904"/>
                    <a:pt x="1282" y="949"/>
                    <a:pt x="1308" y="969"/>
                  </a:cubicBezTo>
                  <a:cubicBezTo>
                    <a:pt x="1308" y="990"/>
                    <a:pt x="1328" y="990"/>
                    <a:pt x="1328" y="1010"/>
                  </a:cubicBezTo>
                  <a:cubicBezTo>
                    <a:pt x="1348" y="1030"/>
                    <a:pt x="1368" y="1050"/>
                    <a:pt x="1388" y="1096"/>
                  </a:cubicBezTo>
                  <a:cubicBezTo>
                    <a:pt x="1408" y="1096"/>
                    <a:pt x="1408" y="1116"/>
                    <a:pt x="1434" y="1136"/>
                  </a:cubicBezTo>
                  <a:cubicBezTo>
                    <a:pt x="1434" y="1156"/>
                    <a:pt x="1454" y="1156"/>
                    <a:pt x="1454" y="1176"/>
                  </a:cubicBezTo>
                  <a:cubicBezTo>
                    <a:pt x="1474" y="1222"/>
                    <a:pt x="1494" y="1262"/>
                    <a:pt x="1535" y="1302"/>
                  </a:cubicBezTo>
                  <a:cubicBezTo>
                    <a:pt x="1535" y="1328"/>
                    <a:pt x="1560" y="1348"/>
                    <a:pt x="1560" y="1348"/>
                  </a:cubicBezTo>
                  <a:cubicBezTo>
                    <a:pt x="1580" y="1388"/>
                    <a:pt x="1600" y="1454"/>
                    <a:pt x="1620" y="1494"/>
                  </a:cubicBezTo>
                  <a:cubicBezTo>
                    <a:pt x="1640" y="1514"/>
                    <a:pt x="1640" y="1534"/>
                    <a:pt x="1640" y="1555"/>
                  </a:cubicBezTo>
                  <a:cubicBezTo>
                    <a:pt x="1661" y="1600"/>
                    <a:pt x="1686" y="1640"/>
                    <a:pt x="1706" y="1706"/>
                  </a:cubicBezTo>
                  <a:cubicBezTo>
                    <a:pt x="1726" y="1706"/>
                    <a:pt x="1726" y="1726"/>
                    <a:pt x="1726" y="1746"/>
                  </a:cubicBezTo>
                  <a:cubicBezTo>
                    <a:pt x="1746" y="1807"/>
                    <a:pt x="1767" y="1872"/>
                    <a:pt x="1787" y="1933"/>
                  </a:cubicBezTo>
                  <a:cubicBezTo>
                    <a:pt x="1787" y="1958"/>
                    <a:pt x="1787" y="1978"/>
                    <a:pt x="1812" y="1998"/>
                  </a:cubicBezTo>
                  <a:cubicBezTo>
                    <a:pt x="1812" y="2039"/>
                    <a:pt x="1832" y="2104"/>
                    <a:pt x="1832" y="2145"/>
                  </a:cubicBezTo>
                  <a:cubicBezTo>
                    <a:pt x="1852" y="2210"/>
                    <a:pt x="1852" y="2251"/>
                    <a:pt x="1872" y="2291"/>
                  </a:cubicBezTo>
                  <a:lnTo>
                    <a:pt x="4859" y="1978"/>
                  </a:lnTo>
                  <a:lnTo>
                    <a:pt x="4859" y="1872"/>
                  </a:lnTo>
                  <a:cubicBezTo>
                    <a:pt x="4859" y="1852"/>
                    <a:pt x="4839" y="1852"/>
                    <a:pt x="4839" y="1832"/>
                  </a:cubicBezTo>
                  <a:cubicBezTo>
                    <a:pt x="4839" y="1787"/>
                    <a:pt x="4813" y="1726"/>
                    <a:pt x="4813" y="1681"/>
                  </a:cubicBezTo>
                  <a:cubicBezTo>
                    <a:pt x="4793" y="1661"/>
                    <a:pt x="4793" y="1640"/>
                    <a:pt x="4793" y="1620"/>
                  </a:cubicBezTo>
                  <a:cubicBezTo>
                    <a:pt x="4773" y="1555"/>
                    <a:pt x="4753" y="1494"/>
                    <a:pt x="4733" y="1428"/>
                  </a:cubicBezTo>
                  <a:cubicBezTo>
                    <a:pt x="4733" y="1408"/>
                    <a:pt x="4713" y="1388"/>
                    <a:pt x="4713" y="1388"/>
                  </a:cubicBezTo>
                  <a:cubicBezTo>
                    <a:pt x="4687" y="1328"/>
                    <a:pt x="4667" y="1282"/>
                    <a:pt x="4647" y="1242"/>
                  </a:cubicBezTo>
                  <a:cubicBezTo>
                    <a:pt x="4647" y="1222"/>
                    <a:pt x="4627" y="1201"/>
                    <a:pt x="4627" y="1176"/>
                  </a:cubicBezTo>
                  <a:cubicBezTo>
                    <a:pt x="4607" y="1116"/>
                    <a:pt x="4586" y="1075"/>
                    <a:pt x="4561" y="1030"/>
                  </a:cubicBezTo>
                  <a:lnTo>
                    <a:pt x="4541" y="1010"/>
                  </a:lnTo>
                  <a:lnTo>
                    <a:pt x="4521" y="990"/>
                  </a:lnTo>
                  <a:cubicBezTo>
                    <a:pt x="4501" y="949"/>
                    <a:pt x="4480" y="904"/>
                    <a:pt x="4460" y="863"/>
                  </a:cubicBezTo>
                  <a:cubicBezTo>
                    <a:pt x="4460" y="863"/>
                    <a:pt x="4435" y="843"/>
                    <a:pt x="4435" y="823"/>
                  </a:cubicBezTo>
                  <a:cubicBezTo>
                    <a:pt x="4415" y="798"/>
                    <a:pt x="4415" y="778"/>
                    <a:pt x="4395" y="778"/>
                  </a:cubicBezTo>
                  <a:cubicBezTo>
                    <a:pt x="4375" y="737"/>
                    <a:pt x="4354" y="717"/>
                    <a:pt x="4354" y="697"/>
                  </a:cubicBezTo>
                  <a:lnTo>
                    <a:pt x="4334" y="697"/>
                  </a:lnTo>
                  <a:cubicBezTo>
                    <a:pt x="4334" y="672"/>
                    <a:pt x="4309" y="672"/>
                    <a:pt x="4309" y="652"/>
                  </a:cubicBezTo>
                  <a:cubicBezTo>
                    <a:pt x="4289" y="631"/>
                    <a:pt x="4269" y="611"/>
                    <a:pt x="4269" y="591"/>
                  </a:cubicBezTo>
                  <a:cubicBezTo>
                    <a:pt x="4248" y="591"/>
                    <a:pt x="4248" y="571"/>
                    <a:pt x="4228" y="571"/>
                  </a:cubicBezTo>
                  <a:cubicBezTo>
                    <a:pt x="4228" y="571"/>
                    <a:pt x="4228" y="546"/>
                    <a:pt x="4208" y="546"/>
                  </a:cubicBezTo>
                  <a:cubicBezTo>
                    <a:pt x="4208" y="526"/>
                    <a:pt x="4183" y="526"/>
                    <a:pt x="4183" y="505"/>
                  </a:cubicBezTo>
                  <a:cubicBezTo>
                    <a:pt x="4163" y="485"/>
                    <a:pt x="4143" y="465"/>
                    <a:pt x="4122" y="445"/>
                  </a:cubicBezTo>
                  <a:lnTo>
                    <a:pt x="4102" y="445"/>
                  </a:lnTo>
                  <a:cubicBezTo>
                    <a:pt x="4082" y="420"/>
                    <a:pt x="4057" y="399"/>
                    <a:pt x="4037" y="379"/>
                  </a:cubicBezTo>
                  <a:cubicBezTo>
                    <a:pt x="4016" y="359"/>
                    <a:pt x="4016" y="359"/>
                    <a:pt x="3996" y="339"/>
                  </a:cubicBezTo>
                  <a:lnTo>
                    <a:pt x="3976" y="339"/>
                  </a:lnTo>
                  <a:lnTo>
                    <a:pt x="3956" y="319"/>
                  </a:lnTo>
                  <a:lnTo>
                    <a:pt x="3890" y="253"/>
                  </a:lnTo>
                  <a:lnTo>
                    <a:pt x="3870" y="253"/>
                  </a:lnTo>
                  <a:lnTo>
                    <a:pt x="3850" y="233"/>
                  </a:lnTo>
                  <a:lnTo>
                    <a:pt x="3830" y="213"/>
                  </a:lnTo>
                  <a:cubicBezTo>
                    <a:pt x="3784" y="193"/>
                    <a:pt x="3764" y="193"/>
                    <a:pt x="3744" y="167"/>
                  </a:cubicBezTo>
                  <a:lnTo>
                    <a:pt x="3724" y="167"/>
                  </a:lnTo>
                  <a:cubicBezTo>
                    <a:pt x="3724" y="147"/>
                    <a:pt x="3704" y="147"/>
                    <a:pt x="3678" y="127"/>
                  </a:cubicBezTo>
                  <a:cubicBezTo>
                    <a:pt x="3658" y="127"/>
                    <a:pt x="3638" y="107"/>
                    <a:pt x="3598" y="107"/>
                  </a:cubicBezTo>
                  <a:cubicBezTo>
                    <a:pt x="3578" y="87"/>
                    <a:pt x="3552" y="87"/>
                    <a:pt x="3532" y="87"/>
                  </a:cubicBezTo>
                  <a:cubicBezTo>
                    <a:pt x="3512" y="66"/>
                    <a:pt x="3492" y="66"/>
                    <a:pt x="3472" y="66"/>
                  </a:cubicBezTo>
                  <a:lnTo>
                    <a:pt x="3451" y="41"/>
                  </a:lnTo>
                  <a:cubicBezTo>
                    <a:pt x="3426" y="41"/>
                    <a:pt x="3386" y="41"/>
                    <a:pt x="3366" y="21"/>
                  </a:cubicBezTo>
                  <a:lnTo>
                    <a:pt x="3280" y="21"/>
                  </a:lnTo>
                  <a:cubicBezTo>
                    <a:pt x="3260" y="21"/>
                    <a:pt x="3240" y="1"/>
                    <a:pt x="3219" y="1"/>
                  </a:cubicBez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0"/>
            <p:cNvSpPr/>
            <p:nvPr/>
          </p:nvSpPr>
          <p:spPr>
            <a:xfrm>
              <a:off x="7046087" y="2496143"/>
              <a:ext cx="707270" cy="679158"/>
            </a:xfrm>
            <a:custGeom>
              <a:avLst/>
              <a:gdLst/>
              <a:ahLst/>
              <a:cxnLst/>
              <a:rect l="l" t="t" r="r" b="b"/>
              <a:pathLst>
                <a:path w="4203" h="4036" extrusionOk="0">
                  <a:moveTo>
                    <a:pt x="2987" y="0"/>
                  </a:moveTo>
                  <a:lnTo>
                    <a:pt x="0" y="313"/>
                  </a:lnTo>
                  <a:cubicBezTo>
                    <a:pt x="21" y="333"/>
                    <a:pt x="66" y="333"/>
                    <a:pt x="106" y="358"/>
                  </a:cubicBezTo>
                  <a:lnTo>
                    <a:pt x="127" y="379"/>
                  </a:lnTo>
                  <a:cubicBezTo>
                    <a:pt x="167" y="399"/>
                    <a:pt x="192" y="419"/>
                    <a:pt x="233" y="439"/>
                  </a:cubicBezTo>
                  <a:lnTo>
                    <a:pt x="253" y="439"/>
                  </a:lnTo>
                  <a:cubicBezTo>
                    <a:pt x="273" y="459"/>
                    <a:pt x="318" y="485"/>
                    <a:pt x="359" y="525"/>
                  </a:cubicBezTo>
                  <a:cubicBezTo>
                    <a:pt x="399" y="545"/>
                    <a:pt x="419" y="565"/>
                    <a:pt x="465" y="611"/>
                  </a:cubicBezTo>
                  <a:lnTo>
                    <a:pt x="485" y="611"/>
                  </a:lnTo>
                  <a:cubicBezTo>
                    <a:pt x="505" y="651"/>
                    <a:pt x="545" y="671"/>
                    <a:pt x="571" y="712"/>
                  </a:cubicBezTo>
                  <a:cubicBezTo>
                    <a:pt x="571" y="712"/>
                    <a:pt x="591" y="712"/>
                    <a:pt x="591" y="737"/>
                  </a:cubicBezTo>
                  <a:cubicBezTo>
                    <a:pt x="611" y="757"/>
                    <a:pt x="631" y="777"/>
                    <a:pt x="651" y="818"/>
                  </a:cubicBezTo>
                  <a:cubicBezTo>
                    <a:pt x="671" y="818"/>
                    <a:pt x="671" y="838"/>
                    <a:pt x="697" y="838"/>
                  </a:cubicBezTo>
                  <a:cubicBezTo>
                    <a:pt x="717" y="863"/>
                    <a:pt x="717" y="903"/>
                    <a:pt x="737" y="923"/>
                  </a:cubicBezTo>
                  <a:cubicBezTo>
                    <a:pt x="757" y="944"/>
                    <a:pt x="757" y="944"/>
                    <a:pt x="777" y="964"/>
                  </a:cubicBezTo>
                  <a:cubicBezTo>
                    <a:pt x="777" y="989"/>
                    <a:pt x="798" y="1009"/>
                    <a:pt x="798" y="1009"/>
                  </a:cubicBezTo>
                  <a:cubicBezTo>
                    <a:pt x="823" y="1050"/>
                    <a:pt x="843" y="1090"/>
                    <a:pt x="863" y="1115"/>
                  </a:cubicBezTo>
                  <a:cubicBezTo>
                    <a:pt x="883" y="1135"/>
                    <a:pt x="883" y="1156"/>
                    <a:pt x="903" y="1176"/>
                  </a:cubicBezTo>
                  <a:cubicBezTo>
                    <a:pt x="924" y="1216"/>
                    <a:pt x="924" y="1241"/>
                    <a:pt x="949" y="1282"/>
                  </a:cubicBezTo>
                  <a:cubicBezTo>
                    <a:pt x="969" y="1302"/>
                    <a:pt x="969" y="1322"/>
                    <a:pt x="989" y="1342"/>
                  </a:cubicBezTo>
                  <a:cubicBezTo>
                    <a:pt x="989" y="1388"/>
                    <a:pt x="1009" y="1428"/>
                    <a:pt x="1030" y="1468"/>
                  </a:cubicBezTo>
                  <a:cubicBezTo>
                    <a:pt x="1030" y="1493"/>
                    <a:pt x="1050" y="1493"/>
                    <a:pt x="1050" y="1514"/>
                  </a:cubicBezTo>
                  <a:cubicBezTo>
                    <a:pt x="1075" y="1574"/>
                    <a:pt x="1095" y="1640"/>
                    <a:pt x="1115" y="1700"/>
                  </a:cubicBezTo>
                  <a:cubicBezTo>
                    <a:pt x="1115" y="1766"/>
                    <a:pt x="1135" y="1826"/>
                    <a:pt x="1156" y="1892"/>
                  </a:cubicBezTo>
                  <a:lnTo>
                    <a:pt x="1156" y="1973"/>
                  </a:lnTo>
                  <a:cubicBezTo>
                    <a:pt x="1176" y="1998"/>
                    <a:pt x="1176" y="2038"/>
                    <a:pt x="1176" y="2058"/>
                  </a:cubicBezTo>
                  <a:cubicBezTo>
                    <a:pt x="1176" y="2099"/>
                    <a:pt x="1176" y="2144"/>
                    <a:pt x="1201" y="2205"/>
                  </a:cubicBezTo>
                  <a:lnTo>
                    <a:pt x="1201" y="2396"/>
                  </a:lnTo>
                  <a:lnTo>
                    <a:pt x="1201" y="2437"/>
                  </a:lnTo>
                  <a:lnTo>
                    <a:pt x="1201" y="2477"/>
                  </a:lnTo>
                  <a:cubicBezTo>
                    <a:pt x="1176" y="2543"/>
                    <a:pt x="1176" y="2583"/>
                    <a:pt x="1156" y="2628"/>
                  </a:cubicBezTo>
                  <a:lnTo>
                    <a:pt x="1156" y="2649"/>
                  </a:lnTo>
                  <a:cubicBezTo>
                    <a:pt x="1135" y="2689"/>
                    <a:pt x="1135" y="2709"/>
                    <a:pt x="1135" y="2755"/>
                  </a:cubicBezTo>
                  <a:lnTo>
                    <a:pt x="1115" y="2775"/>
                  </a:lnTo>
                  <a:cubicBezTo>
                    <a:pt x="1115" y="2815"/>
                    <a:pt x="1095" y="2835"/>
                    <a:pt x="1095" y="2881"/>
                  </a:cubicBezTo>
                  <a:lnTo>
                    <a:pt x="1095" y="2901"/>
                  </a:lnTo>
                  <a:cubicBezTo>
                    <a:pt x="1095" y="2921"/>
                    <a:pt x="1075" y="2941"/>
                    <a:pt x="1075" y="2961"/>
                  </a:cubicBezTo>
                  <a:lnTo>
                    <a:pt x="1075" y="3007"/>
                  </a:lnTo>
                  <a:cubicBezTo>
                    <a:pt x="1050" y="3027"/>
                    <a:pt x="1050" y="3047"/>
                    <a:pt x="1050" y="3067"/>
                  </a:cubicBezTo>
                  <a:cubicBezTo>
                    <a:pt x="1050" y="3088"/>
                    <a:pt x="1030" y="3108"/>
                    <a:pt x="1030" y="3133"/>
                  </a:cubicBezTo>
                  <a:lnTo>
                    <a:pt x="1030" y="3153"/>
                  </a:lnTo>
                  <a:cubicBezTo>
                    <a:pt x="1030" y="3153"/>
                    <a:pt x="1030" y="3173"/>
                    <a:pt x="1009" y="3193"/>
                  </a:cubicBezTo>
                  <a:lnTo>
                    <a:pt x="1009" y="3234"/>
                  </a:lnTo>
                  <a:cubicBezTo>
                    <a:pt x="1009" y="3259"/>
                    <a:pt x="989" y="3259"/>
                    <a:pt x="989" y="3279"/>
                  </a:cubicBezTo>
                  <a:lnTo>
                    <a:pt x="989" y="3299"/>
                  </a:lnTo>
                  <a:lnTo>
                    <a:pt x="989" y="3320"/>
                  </a:lnTo>
                  <a:lnTo>
                    <a:pt x="989" y="3340"/>
                  </a:lnTo>
                  <a:lnTo>
                    <a:pt x="969" y="3340"/>
                  </a:lnTo>
                  <a:lnTo>
                    <a:pt x="969" y="3360"/>
                  </a:lnTo>
                  <a:lnTo>
                    <a:pt x="969" y="3385"/>
                  </a:lnTo>
                  <a:lnTo>
                    <a:pt x="949" y="3385"/>
                  </a:lnTo>
                  <a:lnTo>
                    <a:pt x="949" y="3405"/>
                  </a:lnTo>
                  <a:cubicBezTo>
                    <a:pt x="924" y="3426"/>
                    <a:pt x="924" y="3446"/>
                    <a:pt x="903" y="3466"/>
                  </a:cubicBezTo>
                  <a:cubicBezTo>
                    <a:pt x="883" y="3486"/>
                    <a:pt x="883" y="3511"/>
                    <a:pt x="863" y="3531"/>
                  </a:cubicBezTo>
                  <a:cubicBezTo>
                    <a:pt x="863" y="3552"/>
                    <a:pt x="843" y="3552"/>
                    <a:pt x="843" y="3572"/>
                  </a:cubicBezTo>
                  <a:lnTo>
                    <a:pt x="823" y="3592"/>
                  </a:lnTo>
                  <a:lnTo>
                    <a:pt x="798" y="3612"/>
                  </a:lnTo>
                  <a:lnTo>
                    <a:pt x="777" y="3637"/>
                  </a:lnTo>
                  <a:lnTo>
                    <a:pt x="777" y="3658"/>
                  </a:lnTo>
                  <a:cubicBezTo>
                    <a:pt x="212" y="4016"/>
                    <a:pt x="212" y="4016"/>
                    <a:pt x="192" y="4016"/>
                  </a:cubicBezTo>
                  <a:cubicBezTo>
                    <a:pt x="174" y="4016"/>
                    <a:pt x="169" y="4027"/>
                    <a:pt x="159" y="4032"/>
                  </a:cubicBezTo>
                  <a:lnTo>
                    <a:pt x="159" y="4032"/>
                  </a:lnTo>
                  <a:lnTo>
                    <a:pt x="3133" y="3718"/>
                  </a:lnTo>
                  <a:lnTo>
                    <a:pt x="3153" y="3718"/>
                  </a:lnTo>
                  <a:cubicBezTo>
                    <a:pt x="3173" y="3718"/>
                    <a:pt x="3173" y="3698"/>
                    <a:pt x="3194" y="3698"/>
                  </a:cubicBezTo>
                  <a:cubicBezTo>
                    <a:pt x="3219" y="3698"/>
                    <a:pt x="3572" y="3592"/>
                    <a:pt x="3849" y="3234"/>
                  </a:cubicBezTo>
                  <a:lnTo>
                    <a:pt x="3870" y="3214"/>
                  </a:lnTo>
                  <a:cubicBezTo>
                    <a:pt x="3890" y="3193"/>
                    <a:pt x="3910" y="3153"/>
                    <a:pt x="3910" y="3153"/>
                  </a:cubicBezTo>
                  <a:cubicBezTo>
                    <a:pt x="3930" y="3133"/>
                    <a:pt x="3930" y="3108"/>
                    <a:pt x="3950" y="3088"/>
                  </a:cubicBezTo>
                  <a:lnTo>
                    <a:pt x="3950" y="3067"/>
                  </a:lnTo>
                  <a:lnTo>
                    <a:pt x="3976" y="3067"/>
                  </a:lnTo>
                  <a:lnTo>
                    <a:pt x="3976" y="3047"/>
                  </a:lnTo>
                  <a:lnTo>
                    <a:pt x="3976" y="3027"/>
                  </a:lnTo>
                  <a:cubicBezTo>
                    <a:pt x="3976" y="3027"/>
                    <a:pt x="4162" y="2669"/>
                    <a:pt x="4203" y="2164"/>
                  </a:cubicBezTo>
                  <a:lnTo>
                    <a:pt x="4203" y="2124"/>
                  </a:lnTo>
                  <a:lnTo>
                    <a:pt x="4203" y="2079"/>
                  </a:lnTo>
                  <a:lnTo>
                    <a:pt x="4203" y="2018"/>
                  </a:lnTo>
                  <a:lnTo>
                    <a:pt x="4203" y="1912"/>
                  </a:lnTo>
                  <a:lnTo>
                    <a:pt x="4203" y="1892"/>
                  </a:lnTo>
                  <a:lnTo>
                    <a:pt x="4182" y="1892"/>
                  </a:lnTo>
                  <a:lnTo>
                    <a:pt x="4182" y="1766"/>
                  </a:lnTo>
                  <a:lnTo>
                    <a:pt x="4182" y="1746"/>
                  </a:lnTo>
                  <a:cubicBezTo>
                    <a:pt x="4182" y="1720"/>
                    <a:pt x="4162" y="1680"/>
                    <a:pt x="4162" y="1660"/>
                  </a:cubicBezTo>
                  <a:lnTo>
                    <a:pt x="4162" y="1594"/>
                  </a:lnTo>
                  <a:lnTo>
                    <a:pt x="4162" y="1574"/>
                  </a:lnTo>
                  <a:cubicBezTo>
                    <a:pt x="4142" y="1514"/>
                    <a:pt x="4122" y="1448"/>
                    <a:pt x="4122" y="1388"/>
                  </a:cubicBezTo>
                  <a:cubicBezTo>
                    <a:pt x="4102" y="1322"/>
                    <a:pt x="4076" y="1261"/>
                    <a:pt x="4056" y="1196"/>
                  </a:cubicBezTo>
                  <a:cubicBezTo>
                    <a:pt x="4056" y="1176"/>
                    <a:pt x="4036" y="1176"/>
                    <a:pt x="4036" y="1156"/>
                  </a:cubicBezTo>
                  <a:cubicBezTo>
                    <a:pt x="4016" y="1115"/>
                    <a:pt x="3996" y="1070"/>
                    <a:pt x="3996" y="1029"/>
                  </a:cubicBezTo>
                  <a:cubicBezTo>
                    <a:pt x="3976" y="1009"/>
                    <a:pt x="3976" y="989"/>
                    <a:pt x="3950" y="964"/>
                  </a:cubicBezTo>
                  <a:cubicBezTo>
                    <a:pt x="3930" y="923"/>
                    <a:pt x="3930" y="903"/>
                    <a:pt x="3910" y="863"/>
                  </a:cubicBezTo>
                  <a:cubicBezTo>
                    <a:pt x="3890" y="838"/>
                    <a:pt x="3890" y="838"/>
                    <a:pt x="3890" y="818"/>
                  </a:cubicBezTo>
                  <a:lnTo>
                    <a:pt x="3870" y="797"/>
                  </a:lnTo>
                  <a:cubicBezTo>
                    <a:pt x="3849" y="777"/>
                    <a:pt x="3824" y="737"/>
                    <a:pt x="3804" y="691"/>
                  </a:cubicBezTo>
                  <a:cubicBezTo>
                    <a:pt x="3804" y="691"/>
                    <a:pt x="3804" y="671"/>
                    <a:pt x="3784" y="671"/>
                  </a:cubicBezTo>
                  <a:lnTo>
                    <a:pt x="3784" y="651"/>
                  </a:lnTo>
                  <a:cubicBezTo>
                    <a:pt x="3764" y="631"/>
                    <a:pt x="3764" y="631"/>
                    <a:pt x="3743" y="611"/>
                  </a:cubicBezTo>
                  <a:cubicBezTo>
                    <a:pt x="3743" y="585"/>
                    <a:pt x="3723" y="565"/>
                    <a:pt x="3698" y="545"/>
                  </a:cubicBezTo>
                  <a:lnTo>
                    <a:pt x="3698" y="525"/>
                  </a:lnTo>
                  <a:cubicBezTo>
                    <a:pt x="3678" y="525"/>
                    <a:pt x="3678" y="505"/>
                    <a:pt x="3658" y="505"/>
                  </a:cubicBezTo>
                  <a:cubicBezTo>
                    <a:pt x="3658" y="485"/>
                    <a:pt x="3638" y="459"/>
                    <a:pt x="3638" y="459"/>
                  </a:cubicBezTo>
                  <a:cubicBezTo>
                    <a:pt x="3617" y="439"/>
                    <a:pt x="3617" y="419"/>
                    <a:pt x="3597" y="419"/>
                  </a:cubicBezTo>
                  <a:cubicBezTo>
                    <a:pt x="3597" y="399"/>
                    <a:pt x="3572" y="399"/>
                    <a:pt x="3572" y="399"/>
                  </a:cubicBezTo>
                  <a:lnTo>
                    <a:pt x="3552" y="379"/>
                  </a:lnTo>
                  <a:lnTo>
                    <a:pt x="3491" y="313"/>
                  </a:lnTo>
                  <a:lnTo>
                    <a:pt x="3491" y="293"/>
                  </a:lnTo>
                  <a:lnTo>
                    <a:pt x="3471" y="293"/>
                  </a:lnTo>
                  <a:lnTo>
                    <a:pt x="3426" y="253"/>
                  </a:lnTo>
                  <a:cubicBezTo>
                    <a:pt x="3406" y="232"/>
                    <a:pt x="3385" y="207"/>
                    <a:pt x="3365" y="207"/>
                  </a:cubicBezTo>
                  <a:lnTo>
                    <a:pt x="3365" y="187"/>
                  </a:lnTo>
                  <a:cubicBezTo>
                    <a:pt x="3345" y="187"/>
                    <a:pt x="3320" y="167"/>
                    <a:pt x="3300" y="147"/>
                  </a:cubicBezTo>
                  <a:cubicBezTo>
                    <a:pt x="3279" y="147"/>
                    <a:pt x="3259" y="126"/>
                    <a:pt x="3259" y="126"/>
                  </a:cubicBezTo>
                  <a:lnTo>
                    <a:pt x="3239" y="126"/>
                  </a:lnTo>
                  <a:lnTo>
                    <a:pt x="3239" y="106"/>
                  </a:lnTo>
                  <a:cubicBezTo>
                    <a:pt x="3219" y="106"/>
                    <a:pt x="3194" y="81"/>
                    <a:pt x="3173" y="81"/>
                  </a:cubicBezTo>
                  <a:cubicBezTo>
                    <a:pt x="3153" y="61"/>
                    <a:pt x="3153" y="61"/>
                    <a:pt x="3133" y="61"/>
                  </a:cubicBezTo>
                  <a:lnTo>
                    <a:pt x="3113" y="41"/>
                  </a:lnTo>
                  <a:cubicBezTo>
                    <a:pt x="3093" y="41"/>
                    <a:pt x="3068" y="20"/>
                    <a:pt x="3047" y="20"/>
                  </a:cubicBezTo>
                  <a:cubicBezTo>
                    <a:pt x="3027" y="0"/>
                    <a:pt x="3007" y="0"/>
                    <a:pt x="2987" y="0"/>
                  </a:cubicBezTo>
                  <a:close/>
                  <a:moveTo>
                    <a:pt x="159" y="4032"/>
                  </a:moveTo>
                  <a:lnTo>
                    <a:pt x="127" y="4036"/>
                  </a:lnTo>
                  <a:lnTo>
                    <a:pt x="147" y="4036"/>
                  </a:lnTo>
                  <a:cubicBezTo>
                    <a:pt x="152" y="4036"/>
                    <a:pt x="156" y="4035"/>
                    <a:pt x="159" y="4032"/>
                  </a:cubicBez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0"/>
            <p:cNvSpPr/>
            <p:nvPr/>
          </p:nvSpPr>
          <p:spPr>
            <a:xfrm>
              <a:off x="5723626" y="1958653"/>
              <a:ext cx="1533393" cy="1216666"/>
            </a:xfrm>
            <a:custGeom>
              <a:avLst/>
              <a:gdLst/>
              <a:ahLst/>
              <a:cxnLst/>
              <a:rect l="l" t="t" r="r" b="b"/>
              <a:pathLst>
                <a:path w="9061" h="7189" extrusionOk="0">
                  <a:moveTo>
                    <a:pt x="3340" y="1"/>
                  </a:moveTo>
                  <a:cubicBezTo>
                    <a:pt x="3340" y="21"/>
                    <a:pt x="3340" y="21"/>
                    <a:pt x="3299" y="21"/>
                  </a:cubicBezTo>
                  <a:lnTo>
                    <a:pt x="3214" y="21"/>
                  </a:lnTo>
                  <a:cubicBezTo>
                    <a:pt x="3193" y="21"/>
                    <a:pt x="3173" y="41"/>
                    <a:pt x="3153" y="41"/>
                  </a:cubicBezTo>
                  <a:lnTo>
                    <a:pt x="3108" y="41"/>
                  </a:lnTo>
                  <a:cubicBezTo>
                    <a:pt x="3027" y="61"/>
                    <a:pt x="2961" y="81"/>
                    <a:pt x="2881" y="127"/>
                  </a:cubicBezTo>
                  <a:cubicBezTo>
                    <a:pt x="2855" y="127"/>
                    <a:pt x="2855" y="127"/>
                    <a:pt x="2835" y="147"/>
                  </a:cubicBezTo>
                  <a:cubicBezTo>
                    <a:pt x="2815" y="147"/>
                    <a:pt x="2815" y="147"/>
                    <a:pt x="2795" y="167"/>
                  </a:cubicBezTo>
                  <a:cubicBezTo>
                    <a:pt x="2775" y="167"/>
                    <a:pt x="2754" y="187"/>
                    <a:pt x="2754" y="187"/>
                  </a:cubicBezTo>
                  <a:cubicBezTo>
                    <a:pt x="2729" y="187"/>
                    <a:pt x="2709" y="207"/>
                    <a:pt x="2709" y="207"/>
                  </a:cubicBezTo>
                  <a:cubicBezTo>
                    <a:pt x="2689" y="233"/>
                    <a:pt x="2669" y="233"/>
                    <a:pt x="2669" y="233"/>
                  </a:cubicBezTo>
                  <a:cubicBezTo>
                    <a:pt x="2649" y="253"/>
                    <a:pt x="2628" y="253"/>
                    <a:pt x="2628" y="273"/>
                  </a:cubicBezTo>
                  <a:cubicBezTo>
                    <a:pt x="2603" y="273"/>
                    <a:pt x="2603" y="293"/>
                    <a:pt x="2583" y="293"/>
                  </a:cubicBezTo>
                  <a:cubicBezTo>
                    <a:pt x="2563" y="313"/>
                    <a:pt x="2563" y="313"/>
                    <a:pt x="2543" y="333"/>
                  </a:cubicBezTo>
                  <a:cubicBezTo>
                    <a:pt x="2522" y="333"/>
                    <a:pt x="2522" y="333"/>
                    <a:pt x="2502" y="359"/>
                  </a:cubicBezTo>
                  <a:cubicBezTo>
                    <a:pt x="2477" y="359"/>
                    <a:pt x="2477" y="379"/>
                    <a:pt x="2457" y="399"/>
                  </a:cubicBezTo>
                  <a:cubicBezTo>
                    <a:pt x="2457" y="399"/>
                    <a:pt x="2437" y="399"/>
                    <a:pt x="2416" y="419"/>
                  </a:cubicBezTo>
                  <a:cubicBezTo>
                    <a:pt x="2416" y="439"/>
                    <a:pt x="2396" y="439"/>
                    <a:pt x="2376" y="460"/>
                  </a:cubicBezTo>
                  <a:cubicBezTo>
                    <a:pt x="2376" y="460"/>
                    <a:pt x="2376" y="485"/>
                    <a:pt x="2351" y="505"/>
                  </a:cubicBezTo>
                  <a:cubicBezTo>
                    <a:pt x="2331" y="505"/>
                    <a:pt x="2331" y="525"/>
                    <a:pt x="2311" y="525"/>
                  </a:cubicBezTo>
                  <a:cubicBezTo>
                    <a:pt x="2311" y="545"/>
                    <a:pt x="2290" y="545"/>
                    <a:pt x="2270" y="565"/>
                  </a:cubicBezTo>
                  <a:cubicBezTo>
                    <a:pt x="2270" y="586"/>
                    <a:pt x="2250" y="586"/>
                    <a:pt x="2250" y="611"/>
                  </a:cubicBezTo>
                  <a:lnTo>
                    <a:pt x="2205" y="651"/>
                  </a:lnTo>
                  <a:cubicBezTo>
                    <a:pt x="2124" y="777"/>
                    <a:pt x="2018" y="924"/>
                    <a:pt x="1952" y="1090"/>
                  </a:cubicBezTo>
                  <a:cubicBezTo>
                    <a:pt x="1932" y="1090"/>
                    <a:pt x="1932" y="1115"/>
                    <a:pt x="1932" y="1136"/>
                  </a:cubicBezTo>
                  <a:cubicBezTo>
                    <a:pt x="1912" y="1156"/>
                    <a:pt x="1912" y="1176"/>
                    <a:pt x="1892" y="1196"/>
                  </a:cubicBezTo>
                  <a:cubicBezTo>
                    <a:pt x="1892" y="1216"/>
                    <a:pt x="1892" y="1216"/>
                    <a:pt x="1872" y="1262"/>
                  </a:cubicBezTo>
                  <a:cubicBezTo>
                    <a:pt x="1872" y="1262"/>
                    <a:pt x="1872" y="1282"/>
                    <a:pt x="1846" y="1302"/>
                  </a:cubicBezTo>
                  <a:cubicBezTo>
                    <a:pt x="1846" y="1322"/>
                    <a:pt x="1846" y="1322"/>
                    <a:pt x="1826" y="1368"/>
                  </a:cubicBezTo>
                  <a:lnTo>
                    <a:pt x="1826" y="1428"/>
                  </a:lnTo>
                  <a:cubicBezTo>
                    <a:pt x="1806" y="1428"/>
                    <a:pt x="1806" y="1448"/>
                    <a:pt x="1806" y="1468"/>
                  </a:cubicBezTo>
                  <a:cubicBezTo>
                    <a:pt x="1806" y="1494"/>
                    <a:pt x="1786" y="1514"/>
                    <a:pt x="1786" y="1534"/>
                  </a:cubicBezTo>
                  <a:cubicBezTo>
                    <a:pt x="1786" y="1554"/>
                    <a:pt x="1786" y="1554"/>
                    <a:pt x="1766" y="1595"/>
                  </a:cubicBezTo>
                  <a:cubicBezTo>
                    <a:pt x="1766" y="1620"/>
                    <a:pt x="1766" y="1620"/>
                    <a:pt x="1746" y="1660"/>
                  </a:cubicBezTo>
                  <a:lnTo>
                    <a:pt x="1746" y="1721"/>
                  </a:lnTo>
                  <a:cubicBezTo>
                    <a:pt x="1746" y="1746"/>
                    <a:pt x="1746" y="1746"/>
                    <a:pt x="1720" y="1786"/>
                  </a:cubicBezTo>
                  <a:lnTo>
                    <a:pt x="1720" y="1847"/>
                  </a:lnTo>
                  <a:cubicBezTo>
                    <a:pt x="1720" y="1847"/>
                    <a:pt x="1720" y="1872"/>
                    <a:pt x="1700" y="1912"/>
                  </a:cubicBezTo>
                  <a:lnTo>
                    <a:pt x="1700" y="1973"/>
                  </a:lnTo>
                  <a:lnTo>
                    <a:pt x="1700" y="2038"/>
                  </a:lnTo>
                  <a:cubicBezTo>
                    <a:pt x="1700" y="2059"/>
                    <a:pt x="1680" y="2059"/>
                    <a:pt x="1680" y="2099"/>
                  </a:cubicBezTo>
                  <a:lnTo>
                    <a:pt x="1680" y="2165"/>
                  </a:lnTo>
                  <a:lnTo>
                    <a:pt x="1680" y="2250"/>
                  </a:lnTo>
                  <a:lnTo>
                    <a:pt x="1680" y="2311"/>
                  </a:lnTo>
                  <a:lnTo>
                    <a:pt x="1680" y="2376"/>
                  </a:lnTo>
                  <a:lnTo>
                    <a:pt x="1428" y="2331"/>
                  </a:lnTo>
                  <a:lnTo>
                    <a:pt x="1070" y="2331"/>
                  </a:lnTo>
                  <a:cubicBezTo>
                    <a:pt x="484" y="2376"/>
                    <a:pt x="0" y="3088"/>
                    <a:pt x="0" y="3991"/>
                  </a:cubicBezTo>
                  <a:cubicBezTo>
                    <a:pt x="0" y="4309"/>
                    <a:pt x="61" y="4581"/>
                    <a:pt x="146" y="4833"/>
                  </a:cubicBezTo>
                  <a:cubicBezTo>
                    <a:pt x="379" y="5484"/>
                    <a:pt x="863" y="6008"/>
                    <a:pt x="1408" y="6114"/>
                  </a:cubicBezTo>
                  <a:lnTo>
                    <a:pt x="7627" y="7189"/>
                  </a:lnTo>
                  <a:lnTo>
                    <a:pt x="8006" y="7189"/>
                  </a:lnTo>
                  <a:cubicBezTo>
                    <a:pt x="8026" y="7189"/>
                    <a:pt x="8026" y="7169"/>
                    <a:pt x="8051" y="7169"/>
                  </a:cubicBezTo>
                  <a:cubicBezTo>
                    <a:pt x="8071" y="7169"/>
                    <a:pt x="8071" y="7169"/>
                    <a:pt x="8636" y="6811"/>
                  </a:cubicBezTo>
                  <a:cubicBezTo>
                    <a:pt x="8636" y="6790"/>
                    <a:pt x="8636" y="6790"/>
                    <a:pt x="8657" y="6765"/>
                  </a:cubicBezTo>
                  <a:lnTo>
                    <a:pt x="8682" y="6745"/>
                  </a:lnTo>
                  <a:lnTo>
                    <a:pt x="8702" y="6725"/>
                  </a:lnTo>
                  <a:cubicBezTo>
                    <a:pt x="8702" y="6705"/>
                    <a:pt x="8722" y="6705"/>
                    <a:pt x="8722" y="6684"/>
                  </a:cubicBezTo>
                  <a:cubicBezTo>
                    <a:pt x="8742" y="6639"/>
                    <a:pt x="8783" y="6599"/>
                    <a:pt x="8808" y="6558"/>
                  </a:cubicBezTo>
                  <a:cubicBezTo>
                    <a:pt x="8808" y="6538"/>
                    <a:pt x="8828" y="6538"/>
                    <a:pt x="8828" y="6513"/>
                  </a:cubicBezTo>
                  <a:cubicBezTo>
                    <a:pt x="8828" y="6513"/>
                    <a:pt x="8848" y="6493"/>
                    <a:pt x="9060" y="5630"/>
                  </a:cubicBezTo>
                  <a:lnTo>
                    <a:pt x="9060" y="5590"/>
                  </a:lnTo>
                  <a:lnTo>
                    <a:pt x="9060" y="5549"/>
                  </a:lnTo>
                  <a:cubicBezTo>
                    <a:pt x="9060" y="4601"/>
                    <a:pt x="8530" y="3718"/>
                    <a:pt x="7859" y="3466"/>
                  </a:cubicBezTo>
                  <a:cubicBezTo>
                    <a:pt x="7713" y="2477"/>
                    <a:pt x="7083" y="1640"/>
                    <a:pt x="6306" y="1514"/>
                  </a:cubicBezTo>
                  <a:lnTo>
                    <a:pt x="6260" y="1514"/>
                  </a:lnTo>
                  <a:cubicBezTo>
                    <a:pt x="6240" y="1514"/>
                    <a:pt x="6220" y="1514"/>
                    <a:pt x="6200" y="1494"/>
                  </a:cubicBezTo>
                  <a:lnTo>
                    <a:pt x="6008" y="1494"/>
                  </a:lnTo>
                  <a:cubicBezTo>
                    <a:pt x="5988" y="1494"/>
                    <a:pt x="5968" y="1514"/>
                    <a:pt x="5968" y="1514"/>
                  </a:cubicBezTo>
                  <a:lnTo>
                    <a:pt x="5862" y="1514"/>
                  </a:lnTo>
                  <a:cubicBezTo>
                    <a:pt x="5842" y="1534"/>
                    <a:pt x="5842" y="1534"/>
                    <a:pt x="5822" y="1534"/>
                  </a:cubicBezTo>
                  <a:cubicBezTo>
                    <a:pt x="5801" y="1534"/>
                    <a:pt x="5781" y="1534"/>
                    <a:pt x="5756" y="1554"/>
                  </a:cubicBezTo>
                  <a:lnTo>
                    <a:pt x="5716" y="1554"/>
                  </a:lnTo>
                  <a:cubicBezTo>
                    <a:pt x="5716" y="1574"/>
                    <a:pt x="5695" y="1574"/>
                    <a:pt x="5675" y="1574"/>
                  </a:cubicBezTo>
                  <a:cubicBezTo>
                    <a:pt x="5675" y="1574"/>
                    <a:pt x="5655" y="1595"/>
                    <a:pt x="5630" y="1595"/>
                  </a:cubicBezTo>
                  <a:cubicBezTo>
                    <a:pt x="5610" y="1595"/>
                    <a:pt x="5610" y="1620"/>
                    <a:pt x="5589" y="1620"/>
                  </a:cubicBezTo>
                  <a:cubicBezTo>
                    <a:pt x="5569" y="1620"/>
                    <a:pt x="5569" y="1640"/>
                    <a:pt x="5549" y="1640"/>
                  </a:cubicBezTo>
                  <a:cubicBezTo>
                    <a:pt x="5529" y="1640"/>
                    <a:pt x="5529" y="1660"/>
                    <a:pt x="5504" y="1660"/>
                  </a:cubicBezTo>
                  <a:cubicBezTo>
                    <a:pt x="5484" y="1680"/>
                    <a:pt x="5484" y="1680"/>
                    <a:pt x="5463" y="1680"/>
                  </a:cubicBezTo>
                  <a:cubicBezTo>
                    <a:pt x="5125" y="818"/>
                    <a:pt x="4475" y="167"/>
                    <a:pt x="3718" y="21"/>
                  </a:cubicBezTo>
                  <a:lnTo>
                    <a:pt x="3572" y="21"/>
                  </a:lnTo>
                  <a:lnTo>
                    <a:pt x="3551"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4D30C-C243-EAEB-8B9C-8BD6AB1473BA}"/>
              </a:ext>
            </a:extLst>
          </p:cNvPr>
          <p:cNvSpPr>
            <a:spLocks noGrp="1"/>
          </p:cNvSpPr>
          <p:nvPr>
            <p:ph type="title"/>
          </p:nvPr>
        </p:nvSpPr>
        <p:spPr>
          <a:xfrm>
            <a:off x="483675" y="244442"/>
            <a:ext cx="8203200" cy="481200"/>
          </a:xfrm>
        </p:spPr>
        <p:txBody>
          <a:bodyPr/>
          <a:lstStyle/>
          <a:p>
            <a:r>
              <a:rPr lang="vi-VN" dirty="0"/>
              <a:t>Đọc thêm </a:t>
            </a:r>
          </a:p>
        </p:txBody>
      </p:sp>
      <p:sp>
        <p:nvSpPr>
          <p:cNvPr id="4" name="TextBox 3">
            <a:extLst>
              <a:ext uri="{FF2B5EF4-FFF2-40B4-BE49-F238E27FC236}">
                <a16:creationId xmlns:a16="http://schemas.microsoft.com/office/drawing/2014/main" id="{AC96D0E2-C18E-F8D6-9E10-00F17C43AA18}"/>
              </a:ext>
            </a:extLst>
          </p:cNvPr>
          <p:cNvSpPr txBox="1"/>
          <p:nvPr/>
        </p:nvSpPr>
        <p:spPr>
          <a:xfrm>
            <a:off x="483675" y="883249"/>
            <a:ext cx="6496988" cy="307777"/>
          </a:xfrm>
          <a:prstGeom prst="rect">
            <a:avLst/>
          </a:prstGeom>
          <a:noFill/>
        </p:spPr>
        <p:txBody>
          <a:bodyPr wrap="square">
            <a:spAutoFit/>
          </a:bodyPr>
          <a:lstStyle/>
          <a:p>
            <a:r>
              <a:rPr lang="vi-VN" dirty="0"/>
              <a:t>https://www.congress.gov/bill/117th-congress/house-bill/1319</a:t>
            </a:r>
          </a:p>
        </p:txBody>
      </p:sp>
      <p:sp>
        <p:nvSpPr>
          <p:cNvPr id="6" name="TextBox 5">
            <a:extLst>
              <a:ext uri="{FF2B5EF4-FFF2-40B4-BE49-F238E27FC236}">
                <a16:creationId xmlns:a16="http://schemas.microsoft.com/office/drawing/2014/main" id="{74EE2BA7-C45C-79E2-B657-6636EB610D0F}"/>
              </a:ext>
            </a:extLst>
          </p:cNvPr>
          <p:cNvSpPr txBox="1"/>
          <p:nvPr/>
        </p:nvSpPr>
        <p:spPr>
          <a:xfrm>
            <a:off x="483676" y="1269899"/>
            <a:ext cx="8203199" cy="523220"/>
          </a:xfrm>
          <a:prstGeom prst="rect">
            <a:avLst/>
          </a:prstGeom>
          <a:noFill/>
        </p:spPr>
        <p:txBody>
          <a:bodyPr wrap="square">
            <a:spAutoFit/>
          </a:bodyPr>
          <a:lstStyle/>
          <a:p>
            <a:r>
              <a:rPr lang="vi-VN" dirty="0"/>
              <a:t>https://www.k12dive.com/news/superintendents-call-for-sustained-funding-as-american-rescue-plan-provides/596230/</a:t>
            </a:r>
          </a:p>
        </p:txBody>
      </p:sp>
      <p:sp>
        <p:nvSpPr>
          <p:cNvPr id="8" name="TextBox 7">
            <a:extLst>
              <a:ext uri="{FF2B5EF4-FFF2-40B4-BE49-F238E27FC236}">
                <a16:creationId xmlns:a16="http://schemas.microsoft.com/office/drawing/2014/main" id="{B3673156-6A10-52CF-0495-23A339FC08BF}"/>
              </a:ext>
            </a:extLst>
          </p:cNvPr>
          <p:cNvSpPr txBox="1"/>
          <p:nvPr/>
        </p:nvSpPr>
        <p:spPr>
          <a:xfrm>
            <a:off x="483674" y="1896688"/>
            <a:ext cx="7835136" cy="307777"/>
          </a:xfrm>
          <a:prstGeom prst="rect">
            <a:avLst/>
          </a:prstGeom>
          <a:noFill/>
        </p:spPr>
        <p:txBody>
          <a:bodyPr wrap="square">
            <a:spAutoFit/>
          </a:bodyPr>
          <a:lstStyle/>
          <a:p>
            <a:pPr lvl="1"/>
            <a:r>
              <a:rPr lang="vi-VN" dirty="0"/>
              <a:t>https://kelloggllc.com/american-rescue-plan-includes-7-2-billion-for-e-rate/</a:t>
            </a:r>
          </a:p>
        </p:txBody>
      </p:sp>
      <p:sp>
        <p:nvSpPr>
          <p:cNvPr id="3" name="TextBox 2">
            <a:extLst>
              <a:ext uri="{FF2B5EF4-FFF2-40B4-BE49-F238E27FC236}">
                <a16:creationId xmlns:a16="http://schemas.microsoft.com/office/drawing/2014/main" id="{B25386CF-ECDA-43D3-C562-3DA191EED07F}"/>
              </a:ext>
            </a:extLst>
          </p:cNvPr>
          <p:cNvSpPr txBox="1"/>
          <p:nvPr/>
        </p:nvSpPr>
        <p:spPr>
          <a:xfrm>
            <a:off x="483674" y="2356865"/>
            <a:ext cx="7835136" cy="307777"/>
          </a:xfrm>
          <a:prstGeom prst="rect">
            <a:avLst/>
          </a:prstGeom>
          <a:noFill/>
        </p:spPr>
        <p:txBody>
          <a:bodyPr wrap="square">
            <a:spAutoFit/>
          </a:bodyPr>
          <a:lstStyle/>
          <a:p>
            <a:r>
              <a:rPr lang="vi-VN" dirty="0"/>
              <a:t>https://www.pewresearch.org/internet/fact-sheet/internet-broadband/</a:t>
            </a:r>
          </a:p>
        </p:txBody>
      </p:sp>
      <p:sp>
        <p:nvSpPr>
          <p:cNvPr id="7" name="TextBox 6">
            <a:extLst>
              <a:ext uri="{FF2B5EF4-FFF2-40B4-BE49-F238E27FC236}">
                <a16:creationId xmlns:a16="http://schemas.microsoft.com/office/drawing/2014/main" id="{6FDE1645-65CD-D6AE-D8BB-81FA52A7AF83}"/>
              </a:ext>
            </a:extLst>
          </p:cNvPr>
          <p:cNvSpPr txBox="1"/>
          <p:nvPr/>
        </p:nvSpPr>
        <p:spPr>
          <a:xfrm>
            <a:off x="483674" y="2793182"/>
            <a:ext cx="4572000" cy="307777"/>
          </a:xfrm>
          <a:prstGeom prst="rect">
            <a:avLst/>
          </a:prstGeom>
          <a:noFill/>
        </p:spPr>
        <p:txBody>
          <a:bodyPr wrap="square">
            <a:spAutoFit/>
          </a:bodyPr>
          <a:lstStyle/>
          <a:p>
            <a:r>
              <a:rPr lang="en-US" dirty="0"/>
              <a:t>https://www.census.gov/index.html</a:t>
            </a:r>
          </a:p>
        </p:txBody>
      </p:sp>
      <p:sp>
        <p:nvSpPr>
          <p:cNvPr id="5" name="TextBox 4">
            <a:extLst>
              <a:ext uri="{FF2B5EF4-FFF2-40B4-BE49-F238E27FC236}">
                <a16:creationId xmlns:a16="http://schemas.microsoft.com/office/drawing/2014/main" id="{558DCAA2-01C1-C449-D10D-8CF8EBA1626F}"/>
              </a:ext>
            </a:extLst>
          </p:cNvPr>
          <p:cNvSpPr txBox="1"/>
          <p:nvPr/>
        </p:nvSpPr>
        <p:spPr>
          <a:xfrm>
            <a:off x="483674" y="3229499"/>
            <a:ext cx="4572000" cy="523220"/>
          </a:xfrm>
          <a:prstGeom prst="rect">
            <a:avLst/>
          </a:prstGeom>
          <a:noFill/>
        </p:spPr>
        <p:txBody>
          <a:bodyPr wrap="square">
            <a:spAutoFit/>
          </a:bodyPr>
          <a:lstStyle/>
          <a:p>
            <a:r>
              <a:rPr lang="en-US" dirty="0"/>
              <a:t>https://www.brookings.edu/articles/the-covid-19-cost-of-school-closures/</a:t>
            </a:r>
          </a:p>
        </p:txBody>
      </p:sp>
      <p:sp>
        <p:nvSpPr>
          <p:cNvPr id="11" name="TextBox 10">
            <a:extLst>
              <a:ext uri="{FF2B5EF4-FFF2-40B4-BE49-F238E27FC236}">
                <a16:creationId xmlns:a16="http://schemas.microsoft.com/office/drawing/2014/main" id="{A990EF50-2F6B-E1A0-CF6F-4475AC13C0BF}"/>
              </a:ext>
            </a:extLst>
          </p:cNvPr>
          <p:cNvSpPr txBox="1"/>
          <p:nvPr/>
        </p:nvSpPr>
        <p:spPr>
          <a:xfrm>
            <a:off x="483674" y="3881259"/>
            <a:ext cx="4572000" cy="523220"/>
          </a:xfrm>
          <a:prstGeom prst="rect">
            <a:avLst/>
          </a:prstGeom>
          <a:noFill/>
        </p:spPr>
        <p:txBody>
          <a:bodyPr wrap="square">
            <a:spAutoFit/>
          </a:bodyPr>
          <a:lstStyle/>
          <a:p>
            <a:r>
              <a:rPr lang="en-US" dirty="0"/>
              <a:t>https://www.edweek.org/leadership/school-districts-reopening-plans-a-snapshot/2020/07</a:t>
            </a:r>
          </a:p>
        </p:txBody>
      </p:sp>
      <p:sp>
        <p:nvSpPr>
          <p:cNvPr id="12" name="TextBox 11">
            <a:extLst>
              <a:ext uri="{FF2B5EF4-FFF2-40B4-BE49-F238E27FC236}">
                <a16:creationId xmlns:a16="http://schemas.microsoft.com/office/drawing/2014/main" id="{16A78B8E-C31E-2BB2-7FA7-EAFE30BC4743}"/>
              </a:ext>
            </a:extLst>
          </p:cNvPr>
          <p:cNvSpPr txBox="1"/>
          <p:nvPr/>
        </p:nvSpPr>
        <p:spPr>
          <a:xfrm>
            <a:off x="483674" y="4533019"/>
            <a:ext cx="4572000" cy="523220"/>
          </a:xfrm>
          <a:prstGeom prst="rect">
            <a:avLst/>
          </a:prstGeom>
          <a:noFill/>
        </p:spPr>
        <p:txBody>
          <a:bodyPr wrap="square">
            <a:spAutoFit/>
          </a:bodyPr>
          <a:lstStyle/>
          <a:p>
            <a:r>
              <a:rPr lang="en-US" dirty="0"/>
              <a:t>https://www.chalkbeat.org/newyork/2023/12/15/contract-delays-hurt-nonprofits-in-community-schools/</a:t>
            </a:r>
          </a:p>
        </p:txBody>
      </p:sp>
    </p:spTree>
    <p:extLst>
      <p:ext uri="{BB962C8B-B14F-4D97-AF65-F5344CB8AC3E}">
        <p14:creationId xmlns:p14="http://schemas.microsoft.com/office/powerpoint/2010/main" val="2965802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57"/>
        <p:cNvGrpSpPr/>
        <p:nvPr/>
      </p:nvGrpSpPr>
      <p:grpSpPr>
        <a:xfrm>
          <a:off x="0" y="0"/>
          <a:ext cx="0" cy="0"/>
          <a:chOff x="0" y="0"/>
          <a:chExt cx="0" cy="0"/>
        </a:xfrm>
      </p:grpSpPr>
      <p:sp>
        <p:nvSpPr>
          <p:cNvPr id="2658" name="Google Shape;2658;p61"/>
          <p:cNvSpPr txBox="1">
            <a:spLocks noGrp="1"/>
          </p:cNvSpPr>
          <p:nvPr>
            <p:ph type="subTitle" idx="1"/>
          </p:nvPr>
        </p:nvSpPr>
        <p:spPr>
          <a:xfrm>
            <a:off x="4399125" y="1722675"/>
            <a:ext cx="3852000" cy="1073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dirty="0"/>
              <a:t>Do you have any questions?</a:t>
            </a:r>
            <a:endParaRPr dirty="0"/>
          </a:p>
        </p:txBody>
      </p:sp>
      <p:sp>
        <p:nvSpPr>
          <p:cNvPr id="2673" name="Google Shape;2673;p61"/>
          <p:cNvSpPr txBox="1">
            <a:spLocks noGrp="1"/>
          </p:cNvSpPr>
          <p:nvPr>
            <p:ph type="ctrTitle"/>
          </p:nvPr>
        </p:nvSpPr>
        <p:spPr>
          <a:xfrm flipH="1">
            <a:off x="4399125" y="648975"/>
            <a:ext cx="3852000" cy="1073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Thanks!</a:t>
            </a:r>
            <a:endParaRPr/>
          </a:p>
        </p:txBody>
      </p:sp>
      <p:grpSp>
        <p:nvGrpSpPr>
          <p:cNvPr id="2674" name="Google Shape;2674;p61"/>
          <p:cNvGrpSpPr/>
          <p:nvPr/>
        </p:nvGrpSpPr>
        <p:grpSpPr>
          <a:xfrm>
            <a:off x="898758" y="2549525"/>
            <a:ext cx="4000417" cy="1983250"/>
            <a:chOff x="898758" y="2549525"/>
            <a:chExt cx="4000417" cy="1983250"/>
          </a:xfrm>
        </p:grpSpPr>
        <p:sp>
          <p:nvSpPr>
            <p:cNvPr id="2675" name="Google Shape;2675;p61"/>
            <p:cNvSpPr/>
            <p:nvPr/>
          </p:nvSpPr>
          <p:spPr>
            <a:xfrm flipH="1">
              <a:off x="2358409" y="3526304"/>
              <a:ext cx="2540765" cy="634127"/>
            </a:xfrm>
            <a:prstGeom prst="flowChartDecision">
              <a:avLst/>
            </a:prstGeom>
            <a:solidFill>
              <a:srgbClr val="FFFFFF">
                <a:alpha val="147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61"/>
            <p:cNvSpPr/>
            <p:nvPr/>
          </p:nvSpPr>
          <p:spPr>
            <a:xfrm flipH="1">
              <a:off x="2789178" y="3817452"/>
              <a:ext cx="1309818" cy="203374"/>
            </a:xfrm>
            <a:custGeom>
              <a:avLst/>
              <a:gdLst/>
              <a:ahLst/>
              <a:cxnLst/>
              <a:rect l="l" t="t" r="r" b="b"/>
              <a:pathLst>
                <a:path w="11245" h="1746" extrusionOk="0">
                  <a:moveTo>
                    <a:pt x="2311" y="0"/>
                  </a:moveTo>
                  <a:lnTo>
                    <a:pt x="1" y="545"/>
                  </a:lnTo>
                  <a:lnTo>
                    <a:pt x="1" y="591"/>
                  </a:lnTo>
                  <a:lnTo>
                    <a:pt x="2311" y="41"/>
                  </a:lnTo>
                  <a:lnTo>
                    <a:pt x="11245" y="1746"/>
                  </a:lnTo>
                  <a:lnTo>
                    <a:pt x="11245" y="1700"/>
                  </a:lnTo>
                  <a:lnTo>
                    <a:pt x="11225" y="1700"/>
                  </a:lnTo>
                  <a:lnTo>
                    <a:pt x="23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61"/>
            <p:cNvSpPr/>
            <p:nvPr/>
          </p:nvSpPr>
          <p:spPr>
            <a:xfrm flipH="1">
              <a:off x="2816194" y="3761078"/>
              <a:ext cx="1515405" cy="203374"/>
            </a:xfrm>
            <a:custGeom>
              <a:avLst/>
              <a:gdLst/>
              <a:ahLst/>
              <a:cxnLst/>
              <a:rect l="l" t="t" r="r" b="b"/>
              <a:pathLst>
                <a:path w="13010" h="1746" extrusionOk="0">
                  <a:moveTo>
                    <a:pt x="4056" y="0"/>
                  </a:moveTo>
                  <a:lnTo>
                    <a:pt x="0" y="843"/>
                  </a:lnTo>
                  <a:lnTo>
                    <a:pt x="20" y="883"/>
                  </a:lnTo>
                  <a:lnTo>
                    <a:pt x="4056" y="41"/>
                  </a:lnTo>
                  <a:lnTo>
                    <a:pt x="13010" y="1746"/>
                  </a:lnTo>
                  <a:lnTo>
                    <a:pt x="13010" y="1705"/>
                  </a:lnTo>
                  <a:lnTo>
                    <a:pt x="12990" y="1705"/>
                  </a:lnTo>
                  <a:lnTo>
                    <a:pt x="405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61"/>
            <p:cNvSpPr/>
            <p:nvPr/>
          </p:nvSpPr>
          <p:spPr>
            <a:xfrm flipH="1">
              <a:off x="2808519" y="3675235"/>
              <a:ext cx="1109472" cy="218167"/>
            </a:xfrm>
            <a:custGeom>
              <a:avLst/>
              <a:gdLst/>
              <a:ahLst/>
              <a:cxnLst/>
              <a:rect l="l" t="t" r="r" b="b"/>
              <a:pathLst>
                <a:path w="9525" h="1873" extrusionOk="0">
                  <a:moveTo>
                    <a:pt x="21" y="1"/>
                  </a:moveTo>
                  <a:lnTo>
                    <a:pt x="0" y="46"/>
                  </a:lnTo>
                  <a:lnTo>
                    <a:pt x="9499" y="1872"/>
                  </a:lnTo>
                  <a:lnTo>
                    <a:pt x="9524" y="1832"/>
                  </a:lnTo>
                  <a:lnTo>
                    <a:pt x="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61"/>
            <p:cNvSpPr/>
            <p:nvPr/>
          </p:nvSpPr>
          <p:spPr>
            <a:xfrm flipH="1">
              <a:off x="4067079" y="3868585"/>
              <a:ext cx="58939" cy="29469"/>
            </a:xfrm>
            <a:custGeom>
              <a:avLst/>
              <a:gdLst/>
              <a:ahLst/>
              <a:cxnLst/>
              <a:rect l="l" t="t" r="r" b="b"/>
              <a:pathLst>
                <a:path w="506" h="253" extrusionOk="0">
                  <a:moveTo>
                    <a:pt x="253" y="0"/>
                  </a:moveTo>
                  <a:cubicBezTo>
                    <a:pt x="107" y="0"/>
                    <a:pt x="1" y="46"/>
                    <a:pt x="1" y="126"/>
                  </a:cubicBezTo>
                  <a:cubicBezTo>
                    <a:pt x="1" y="192"/>
                    <a:pt x="107" y="253"/>
                    <a:pt x="253" y="253"/>
                  </a:cubicBezTo>
                  <a:cubicBezTo>
                    <a:pt x="399" y="253"/>
                    <a:pt x="505" y="192"/>
                    <a:pt x="505" y="126"/>
                  </a:cubicBezTo>
                  <a:cubicBezTo>
                    <a:pt x="505" y="46"/>
                    <a:pt x="399" y="0"/>
                    <a:pt x="253" y="0"/>
                  </a:cubicBezTo>
                  <a:close/>
                </a:path>
              </a:pathLst>
            </a:custGeom>
            <a:solidFill>
              <a:srgbClr val="00C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61"/>
            <p:cNvSpPr/>
            <p:nvPr/>
          </p:nvSpPr>
          <p:spPr>
            <a:xfrm flipH="1">
              <a:off x="4299798" y="3846804"/>
              <a:ext cx="58822" cy="29469"/>
            </a:xfrm>
            <a:custGeom>
              <a:avLst/>
              <a:gdLst/>
              <a:ahLst/>
              <a:cxnLst/>
              <a:rect l="l" t="t" r="r" b="b"/>
              <a:pathLst>
                <a:path w="505" h="253" extrusionOk="0">
                  <a:moveTo>
                    <a:pt x="252" y="1"/>
                  </a:moveTo>
                  <a:cubicBezTo>
                    <a:pt x="126" y="1"/>
                    <a:pt x="0" y="61"/>
                    <a:pt x="0" y="127"/>
                  </a:cubicBezTo>
                  <a:cubicBezTo>
                    <a:pt x="0" y="213"/>
                    <a:pt x="126" y="253"/>
                    <a:pt x="252" y="253"/>
                  </a:cubicBezTo>
                  <a:cubicBezTo>
                    <a:pt x="399" y="253"/>
                    <a:pt x="504" y="213"/>
                    <a:pt x="504" y="127"/>
                  </a:cubicBezTo>
                  <a:cubicBezTo>
                    <a:pt x="504" y="61"/>
                    <a:pt x="399" y="1"/>
                    <a:pt x="252" y="1"/>
                  </a:cubicBezTo>
                  <a:close/>
                </a:path>
              </a:pathLst>
            </a:custGeom>
            <a:solidFill>
              <a:srgbClr val="00C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61"/>
            <p:cNvSpPr/>
            <p:nvPr/>
          </p:nvSpPr>
          <p:spPr>
            <a:xfrm flipH="1">
              <a:off x="3886191" y="3658230"/>
              <a:ext cx="58822" cy="29469"/>
            </a:xfrm>
            <a:custGeom>
              <a:avLst/>
              <a:gdLst/>
              <a:ahLst/>
              <a:cxnLst/>
              <a:rect l="l" t="t" r="r" b="b"/>
              <a:pathLst>
                <a:path w="505" h="253" extrusionOk="0">
                  <a:moveTo>
                    <a:pt x="253" y="0"/>
                  </a:moveTo>
                  <a:cubicBezTo>
                    <a:pt x="106" y="0"/>
                    <a:pt x="0" y="41"/>
                    <a:pt x="0" y="127"/>
                  </a:cubicBezTo>
                  <a:cubicBezTo>
                    <a:pt x="0" y="192"/>
                    <a:pt x="106" y="253"/>
                    <a:pt x="253" y="253"/>
                  </a:cubicBezTo>
                  <a:cubicBezTo>
                    <a:pt x="379" y="253"/>
                    <a:pt x="505" y="192"/>
                    <a:pt x="505" y="127"/>
                  </a:cubicBezTo>
                  <a:cubicBezTo>
                    <a:pt x="505" y="41"/>
                    <a:pt x="379" y="0"/>
                    <a:pt x="253" y="0"/>
                  </a:cubicBezTo>
                  <a:close/>
                </a:path>
              </a:pathLst>
            </a:custGeom>
            <a:solidFill>
              <a:srgbClr val="00C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61"/>
            <p:cNvSpPr/>
            <p:nvPr/>
          </p:nvSpPr>
          <p:spPr>
            <a:xfrm flipH="1">
              <a:off x="4057401" y="3751285"/>
              <a:ext cx="543612" cy="220497"/>
            </a:xfrm>
            <a:custGeom>
              <a:avLst/>
              <a:gdLst/>
              <a:ahLst/>
              <a:cxnLst/>
              <a:rect l="l" t="t" r="r" b="b"/>
              <a:pathLst>
                <a:path w="4667" h="1893" extrusionOk="0">
                  <a:moveTo>
                    <a:pt x="2336" y="1"/>
                  </a:moveTo>
                  <a:cubicBezTo>
                    <a:pt x="1049" y="1"/>
                    <a:pt x="0" y="420"/>
                    <a:pt x="0" y="944"/>
                  </a:cubicBezTo>
                  <a:cubicBezTo>
                    <a:pt x="0" y="1474"/>
                    <a:pt x="1049" y="1893"/>
                    <a:pt x="2336" y="1893"/>
                  </a:cubicBezTo>
                  <a:cubicBezTo>
                    <a:pt x="3617" y="1893"/>
                    <a:pt x="4666" y="1474"/>
                    <a:pt x="4666" y="944"/>
                  </a:cubicBezTo>
                  <a:cubicBezTo>
                    <a:pt x="4666" y="420"/>
                    <a:pt x="3617" y="1"/>
                    <a:pt x="2336" y="1"/>
                  </a:cubicBezTo>
                  <a:close/>
                </a:path>
              </a:pathLst>
            </a:custGeom>
            <a:gradFill>
              <a:gsLst>
                <a:gs pos="0">
                  <a:schemeClr val="accent4"/>
                </a:gs>
                <a:gs pos="46000">
                  <a:srgbClr val="FFFFFF">
                    <a:alpha val="16862"/>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61"/>
            <p:cNvSpPr/>
            <p:nvPr/>
          </p:nvSpPr>
          <p:spPr>
            <a:xfrm flipH="1">
              <a:off x="4290137" y="3844116"/>
              <a:ext cx="61268" cy="29586"/>
            </a:xfrm>
            <a:custGeom>
              <a:avLst/>
              <a:gdLst/>
              <a:ahLst/>
              <a:cxnLst/>
              <a:rect l="l" t="t" r="r" b="b"/>
              <a:pathLst>
                <a:path w="526" h="254" extrusionOk="0">
                  <a:moveTo>
                    <a:pt x="253" y="1"/>
                  </a:moveTo>
                  <a:cubicBezTo>
                    <a:pt x="127" y="1"/>
                    <a:pt x="1" y="46"/>
                    <a:pt x="1" y="127"/>
                  </a:cubicBezTo>
                  <a:cubicBezTo>
                    <a:pt x="1" y="193"/>
                    <a:pt x="127" y="253"/>
                    <a:pt x="253" y="253"/>
                  </a:cubicBezTo>
                  <a:cubicBezTo>
                    <a:pt x="399" y="253"/>
                    <a:pt x="526" y="193"/>
                    <a:pt x="526" y="127"/>
                  </a:cubicBezTo>
                  <a:cubicBezTo>
                    <a:pt x="526" y="46"/>
                    <a:pt x="399" y="1"/>
                    <a:pt x="253" y="1"/>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61"/>
            <p:cNvSpPr/>
            <p:nvPr/>
          </p:nvSpPr>
          <p:spPr>
            <a:xfrm flipH="1">
              <a:off x="898758" y="4053110"/>
              <a:ext cx="2203569" cy="479665"/>
            </a:xfrm>
            <a:custGeom>
              <a:avLst/>
              <a:gdLst/>
              <a:ahLst/>
              <a:cxnLst/>
              <a:rect l="l" t="t" r="r" b="b"/>
              <a:pathLst>
                <a:path w="18918" h="4118" extrusionOk="0">
                  <a:moveTo>
                    <a:pt x="10070" y="1"/>
                  </a:moveTo>
                  <a:lnTo>
                    <a:pt x="1" y="1872"/>
                  </a:lnTo>
                  <a:lnTo>
                    <a:pt x="12299" y="4117"/>
                  </a:lnTo>
                  <a:lnTo>
                    <a:pt x="18918" y="1368"/>
                  </a:lnTo>
                  <a:lnTo>
                    <a:pt x="10070" y="1"/>
                  </a:lnTo>
                  <a:close/>
                </a:path>
              </a:pathLst>
            </a:custGeom>
            <a:solidFill>
              <a:srgbClr val="FFFFFF">
                <a:alpha val="147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61"/>
            <p:cNvSpPr/>
            <p:nvPr/>
          </p:nvSpPr>
          <p:spPr>
            <a:xfrm flipH="1">
              <a:off x="2240155" y="4194745"/>
              <a:ext cx="428530" cy="157015"/>
            </a:xfrm>
            <a:custGeom>
              <a:avLst/>
              <a:gdLst/>
              <a:ahLst/>
              <a:cxnLst/>
              <a:rect l="l" t="t" r="r" b="b"/>
              <a:pathLst>
                <a:path w="3679" h="1348" extrusionOk="0">
                  <a:moveTo>
                    <a:pt x="1" y="0"/>
                  </a:moveTo>
                  <a:lnTo>
                    <a:pt x="1" y="46"/>
                  </a:lnTo>
                  <a:lnTo>
                    <a:pt x="21" y="46"/>
                  </a:lnTo>
                  <a:lnTo>
                    <a:pt x="3491" y="656"/>
                  </a:lnTo>
                  <a:lnTo>
                    <a:pt x="1282" y="1307"/>
                  </a:lnTo>
                  <a:lnTo>
                    <a:pt x="1302" y="1347"/>
                  </a:lnTo>
                  <a:lnTo>
                    <a:pt x="3678" y="63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61"/>
            <p:cNvSpPr/>
            <p:nvPr/>
          </p:nvSpPr>
          <p:spPr>
            <a:xfrm flipH="1">
              <a:off x="1789498" y="4168305"/>
              <a:ext cx="766322" cy="225156"/>
            </a:xfrm>
            <a:custGeom>
              <a:avLst/>
              <a:gdLst/>
              <a:ahLst/>
              <a:cxnLst/>
              <a:rect l="l" t="t" r="r" b="b"/>
              <a:pathLst>
                <a:path w="6579" h="1933" extrusionOk="0">
                  <a:moveTo>
                    <a:pt x="0" y="0"/>
                  </a:moveTo>
                  <a:lnTo>
                    <a:pt x="0" y="41"/>
                  </a:lnTo>
                  <a:lnTo>
                    <a:pt x="20" y="41"/>
                  </a:lnTo>
                  <a:lnTo>
                    <a:pt x="6387" y="1176"/>
                  </a:lnTo>
                  <a:lnTo>
                    <a:pt x="3612" y="1892"/>
                  </a:lnTo>
                  <a:lnTo>
                    <a:pt x="3632" y="1933"/>
                  </a:lnTo>
                  <a:lnTo>
                    <a:pt x="6578" y="1156"/>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61"/>
            <p:cNvSpPr/>
            <p:nvPr/>
          </p:nvSpPr>
          <p:spPr>
            <a:xfrm flipH="1">
              <a:off x="1253693" y="4145941"/>
              <a:ext cx="1189960" cy="213391"/>
            </a:xfrm>
            <a:custGeom>
              <a:avLst/>
              <a:gdLst/>
              <a:ahLst/>
              <a:cxnLst/>
              <a:rect l="l" t="t" r="r" b="b"/>
              <a:pathLst>
                <a:path w="10216" h="1832" extrusionOk="0">
                  <a:moveTo>
                    <a:pt x="21" y="1"/>
                  </a:moveTo>
                  <a:lnTo>
                    <a:pt x="1" y="21"/>
                  </a:lnTo>
                  <a:lnTo>
                    <a:pt x="10216" y="1832"/>
                  </a:lnTo>
                  <a:lnTo>
                    <a:pt x="10216" y="1787"/>
                  </a:lnTo>
                  <a:lnTo>
                    <a:pt x="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61"/>
            <p:cNvSpPr/>
            <p:nvPr/>
          </p:nvSpPr>
          <p:spPr>
            <a:xfrm flipH="1">
              <a:off x="1239020" y="4121249"/>
              <a:ext cx="1099455" cy="132321"/>
            </a:xfrm>
            <a:custGeom>
              <a:avLst/>
              <a:gdLst/>
              <a:ahLst/>
              <a:cxnLst/>
              <a:rect l="l" t="t" r="r" b="b"/>
              <a:pathLst>
                <a:path w="9439" h="1136" extrusionOk="0">
                  <a:moveTo>
                    <a:pt x="1" y="1"/>
                  </a:moveTo>
                  <a:lnTo>
                    <a:pt x="1" y="46"/>
                  </a:lnTo>
                  <a:lnTo>
                    <a:pt x="6432" y="1136"/>
                  </a:lnTo>
                  <a:lnTo>
                    <a:pt x="9439" y="379"/>
                  </a:lnTo>
                  <a:lnTo>
                    <a:pt x="9439" y="339"/>
                  </a:lnTo>
                  <a:lnTo>
                    <a:pt x="9419" y="339"/>
                  </a:lnTo>
                  <a:lnTo>
                    <a:pt x="6432" y="1096"/>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61"/>
            <p:cNvSpPr/>
            <p:nvPr/>
          </p:nvSpPr>
          <p:spPr>
            <a:xfrm flipH="1">
              <a:off x="1640298" y="4091897"/>
              <a:ext cx="585312" cy="78857"/>
            </a:xfrm>
            <a:custGeom>
              <a:avLst/>
              <a:gdLst/>
              <a:ahLst/>
              <a:cxnLst/>
              <a:rect l="l" t="t" r="r" b="b"/>
              <a:pathLst>
                <a:path w="5025" h="677" extrusionOk="0">
                  <a:moveTo>
                    <a:pt x="20" y="1"/>
                  </a:moveTo>
                  <a:lnTo>
                    <a:pt x="0" y="46"/>
                  </a:lnTo>
                  <a:lnTo>
                    <a:pt x="20" y="46"/>
                  </a:lnTo>
                  <a:lnTo>
                    <a:pt x="3572" y="677"/>
                  </a:lnTo>
                  <a:lnTo>
                    <a:pt x="5025" y="339"/>
                  </a:lnTo>
                  <a:lnTo>
                    <a:pt x="5004" y="298"/>
                  </a:lnTo>
                  <a:lnTo>
                    <a:pt x="3572" y="631"/>
                  </a:lnTo>
                  <a:lnTo>
                    <a:pt x="2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61"/>
            <p:cNvSpPr/>
            <p:nvPr/>
          </p:nvSpPr>
          <p:spPr>
            <a:xfrm flipH="1">
              <a:off x="3099164" y="2767567"/>
              <a:ext cx="543729" cy="1503757"/>
            </a:xfrm>
            <a:custGeom>
              <a:avLst/>
              <a:gdLst/>
              <a:ahLst/>
              <a:cxnLst/>
              <a:rect l="l" t="t" r="r" b="b"/>
              <a:pathLst>
                <a:path w="4668" h="12910" extrusionOk="0">
                  <a:moveTo>
                    <a:pt x="1" y="0"/>
                  </a:moveTo>
                  <a:lnTo>
                    <a:pt x="82" y="12153"/>
                  </a:lnTo>
                  <a:lnTo>
                    <a:pt x="4667" y="12909"/>
                  </a:lnTo>
                  <a:lnTo>
                    <a:pt x="4561" y="757"/>
                  </a:lnTo>
                  <a:lnTo>
                    <a:pt x="1"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61"/>
            <p:cNvSpPr/>
            <p:nvPr/>
          </p:nvSpPr>
          <p:spPr>
            <a:xfrm flipH="1">
              <a:off x="3140981" y="2831629"/>
              <a:ext cx="460678" cy="1375629"/>
            </a:xfrm>
            <a:custGeom>
              <a:avLst/>
              <a:gdLst/>
              <a:ahLst/>
              <a:cxnLst/>
              <a:rect l="l" t="t" r="r" b="b"/>
              <a:pathLst>
                <a:path w="3955" h="11810" extrusionOk="0">
                  <a:moveTo>
                    <a:pt x="0" y="0"/>
                  </a:moveTo>
                  <a:lnTo>
                    <a:pt x="86" y="11159"/>
                  </a:lnTo>
                  <a:lnTo>
                    <a:pt x="3955" y="11809"/>
                  </a:lnTo>
                  <a:lnTo>
                    <a:pt x="3955" y="11809"/>
                  </a:lnTo>
                  <a:lnTo>
                    <a:pt x="3869" y="651"/>
                  </a:lnTo>
                  <a:lnTo>
                    <a:pt x="0" y="0"/>
                  </a:lnTo>
                  <a:close/>
                </a:path>
              </a:pathLst>
            </a:custGeom>
            <a:gradFill>
              <a:gsLst>
                <a:gs pos="0">
                  <a:srgbClr val="1501A9"/>
                </a:gs>
                <a:gs pos="100000">
                  <a:srgbClr val="17163E"/>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61"/>
            <p:cNvSpPr/>
            <p:nvPr/>
          </p:nvSpPr>
          <p:spPr>
            <a:xfrm flipH="1">
              <a:off x="3140982" y="3134815"/>
              <a:ext cx="453107" cy="266856"/>
            </a:xfrm>
            <a:custGeom>
              <a:avLst/>
              <a:gdLst/>
              <a:ahLst/>
              <a:cxnLst/>
              <a:rect l="l" t="t" r="r" b="b"/>
              <a:pathLst>
                <a:path w="3890" h="2291" extrusionOk="0">
                  <a:moveTo>
                    <a:pt x="1" y="0"/>
                  </a:moveTo>
                  <a:lnTo>
                    <a:pt x="21" y="1640"/>
                  </a:lnTo>
                  <a:lnTo>
                    <a:pt x="3890" y="2290"/>
                  </a:lnTo>
                  <a:lnTo>
                    <a:pt x="3870" y="651"/>
                  </a:lnTo>
                  <a:lnTo>
                    <a:pt x="1"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61"/>
            <p:cNvSpPr/>
            <p:nvPr/>
          </p:nvSpPr>
          <p:spPr>
            <a:xfrm flipH="1">
              <a:off x="3140982" y="3409232"/>
              <a:ext cx="453107" cy="266856"/>
            </a:xfrm>
            <a:custGeom>
              <a:avLst/>
              <a:gdLst/>
              <a:ahLst/>
              <a:cxnLst/>
              <a:rect l="l" t="t" r="r" b="b"/>
              <a:pathLst>
                <a:path w="3890" h="2291" extrusionOk="0">
                  <a:moveTo>
                    <a:pt x="1" y="0"/>
                  </a:moveTo>
                  <a:lnTo>
                    <a:pt x="21" y="1639"/>
                  </a:lnTo>
                  <a:lnTo>
                    <a:pt x="3890" y="2290"/>
                  </a:lnTo>
                  <a:lnTo>
                    <a:pt x="3890" y="2290"/>
                  </a:lnTo>
                  <a:lnTo>
                    <a:pt x="3870" y="651"/>
                  </a:lnTo>
                  <a:lnTo>
                    <a:pt x="1"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61"/>
            <p:cNvSpPr/>
            <p:nvPr/>
          </p:nvSpPr>
          <p:spPr>
            <a:xfrm flipH="1">
              <a:off x="3140981" y="3360429"/>
              <a:ext cx="463124" cy="124634"/>
            </a:xfrm>
            <a:custGeom>
              <a:avLst/>
              <a:gdLst/>
              <a:ahLst/>
              <a:cxnLst/>
              <a:rect l="l" t="t" r="r" b="b"/>
              <a:pathLst>
                <a:path w="3976" h="1070" extrusionOk="0">
                  <a:moveTo>
                    <a:pt x="1" y="0"/>
                  </a:moveTo>
                  <a:lnTo>
                    <a:pt x="1" y="399"/>
                  </a:lnTo>
                  <a:lnTo>
                    <a:pt x="3976" y="1070"/>
                  </a:lnTo>
                  <a:lnTo>
                    <a:pt x="3976" y="651"/>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61"/>
            <p:cNvSpPr/>
            <p:nvPr/>
          </p:nvSpPr>
          <p:spPr>
            <a:xfrm flipH="1">
              <a:off x="3140981" y="3044314"/>
              <a:ext cx="463124" cy="122304"/>
            </a:xfrm>
            <a:custGeom>
              <a:avLst/>
              <a:gdLst/>
              <a:ahLst/>
              <a:cxnLst/>
              <a:rect l="l" t="t" r="r" b="b"/>
              <a:pathLst>
                <a:path w="3976" h="1050" extrusionOk="0">
                  <a:moveTo>
                    <a:pt x="1" y="0"/>
                  </a:moveTo>
                  <a:lnTo>
                    <a:pt x="1" y="399"/>
                  </a:lnTo>
                  <a:lnTo>
                    <a:pt x="3976" y="1050"/>
                  </a:lnTo>
                  <a:lnTo>
                    <a:pt x="3976" y="651"/>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61"/>
            <p:cNvSpPr/>
            <p:nvPr/>
          </p:nvSpPr>
          <p:spPr>
            <a:xfrm flipH="1">
              <a:off x="3140981" y="3621917"/>
              <a:ext cx="463124" cy="122886"/>
            </a:xfrm>
            <a:custGeom>
              <a:avLst/>
              <a:gdLst/>
              <a:ahLst/>
              <a:cxnLst/>
              <a:rect l="l" t="t" r="r" b="b"/>
              <a:pathLst>
                <a:path w="3976" h="1055" extrusionOk="0">
                  <a:moveTo>
                    <a:pt x="1" y="0"/>
                  </a:moveTo>
                  <a:lnTo>
                    <a:pt x="1" y="404"/>
                  </a:lnTo>
                  <a:lnTo>
                    <a:pt x="3976" y="1054"/>
                  </a:lnTo>
                  <a:lnTo>
                    <a:pt x="3976" y="656"/>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61"/>
            <p:cNvSpPr/>
            <p:nvPr/>
          </p:nvSpPr>
          <p:spPr>
            <a:xfrm flipH="1">
              <a:off x="3140982" y="3700655"/>
              <a:ext cx="453107" cy="266856"/>
            </a:xfrm>
            <a:custGeom>
              <a:avLst/>
              <a:gdLst/>
              <a:ahLst/>
              <a:cxnLst/>
              <a:rect l="l" t="t" r="r" b="b"/>
              <a:pathLst>
                <a:path w="3890" h="2291" extrusionOk="0">
                  <a:moveTo>
                    <a:pt x="1" y="0"/>
                  </a:moveTo>
                  <a:lnTo>
                    <a:pt x="21" y="1640"/>
                  </a:lnTo>
                  <a:lnTo>
                    <a:pt x="3890" y="2290"/>
                  </a:lnTo>
                  <a:lnTo>
                    <a:pt x="3890" y="2290"/>
                  </a:lnTo>
                  <a:lnTo>
                    <a:pt x="3870" y="631"/>
                  </a:lnTo>
                  <a:lnTo>
                    <a:pt x="1"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61"/>
            <p:cNvSpPr/>
            <p:nvPr/>
          </p:nvSpPr>
          <p:spPr>
            <a:xfrm flipH="1">
              <a:off x="3204931" y="2958471"/>
              <a:ext cx="342684" cy="88292"/>
            </a:xfrm>
            <a:custGeom>
              <a:avLst/>
              <a:gdLst/>
              <a:ahLst/>
              <a:cxnLst/>
              <a:rect l="l" t="t" r="r" b="b"/>
              <a:pathLst>
                <a:path w="2942" h="758" extrusionOk="0">
                  <a:moveTo>
                    <a:pt x="0" y="1"/>
                  </a:moveTo>
                  <a:lnTo>
                    <a:pt x="0" y="273"/>
                  </a:lnTo>
                  <a:lnTo>
                    <a:pt x="2941" y="758"/>
                  </a:lnTo>
                  <a:lnTo>
                    <a:pt x="2941" y="485"/>
                  </a:lnTo>
                  <a:lnTo>
                    <a:pt x="0"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61"/>
            <p:cNvSpPr/>
            <p:nvPr/>
          </p:nvSpPr>
          <p:spPr>
            <a:xfrm flipH="1">
              <a:off x="1927026" y="2549525"/>
              <a:ext cx="1715867" cy="306342"/>
            </a:xfrm>
            <a:custGeom>
              <a:avLst/>
              <a:gdLst/>
              <a:ahLst/>
              <a:cxnLst/>
              <a:rect l="l" t="t" r="r" b="b"/>
              <a:pathLst>
                <a:path w="14731" h="2630" extrusionOk="0">
                  <a:moveTo>
                    <a:pt x="10171" y="1"/>
                  </a:moveTo>
                  <a:lnTo>
                    <a:pt x="1" y="1872"/>
                  </a:lnTo>
                  <a:lnTo>
                    <a:pt x="4561" y="2629"/>
                  </a:lnTo>
                  <a:lnTo>
                    <a:pt x="14731" y="783"/>
                  </a:lnTo>
                  <a:lnTo>
                    <a:pt x="10171" y="1"/>
                  </a:lnTo>
                  <a:close/>
                </a:path>
              </a:pathLst>
            </a:custGeom>
            <a:gradFill>
              <a:gsLst>
                <a:gs pos="0">
                  <a:schemeClr val="accen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61"/>
            <p:cNvSpPr/>
            <p:nvPr/>
          </p:nvSpPr>
          <p:spPr>
            <a:xfrm flipH="1">
              <a:off x="1914696" y="2640609"/>
              <a:ext cx="1196948" cy="1630720"/>
            </a:xfrm>
            <a:custGeom>
              <a:avLst/>
              <a:gdLst/>
              <a:ahLst/>
              <a:cxnLst/>
              <a:rect l="l" t="t" r="r" b="b"/>
              <a:pathLst>
                <a:path w="10276" h="14000" extrusionOk="0">
                  <a:moveTo>
                    <a:pt x="10170" y="1"/>
                  </a:moveTo>
                  <a:lnTo>
                    <a:pt x="0" y="1847"/>
                  </a:lnTo>
                  <a:lnTo>
                    <a:pt x="106" y="13999"/>
                  </a:lnTo>
                  <a:lnTo>
                    <a:pt x="10276" y="12148"/>
                  </a:lnTo>
                  <a:lnTo>
                    <a:pt x="10170" y="1"/>
                  </a:lnTo>
                  <a:close/>
                </a:path>
              </a:pathLst>
            </a:custGeom>
            <a:gradFill>
              <a:gsLst>
                <a:gs pos="0">
                  <a:schemeClr val="accen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61"/>
            <p:cNvSpPr/>
            <p:nvPr/>
          </p:nvSpPr>
          <p:spPr>
            <a:xfrm flipH="1">
              <a:off x="1975733" y="2725869"/>
              <a:ext cx="1072548" cy="1459611"/>
            </a:xfrm>
            <a:custGeom>
              <a:avLst/>
              <a:gdLst/>
              <a:ahLst/>
              <a:cxnLst/>
              <a:rect l="l" t="t" r="r" b="b"/>
              <a:pathLst>
                <a:path w="9208" h="12531" extrusionOk="0">
                  <a:moveTo>
                    <a:pt x="9101" y="0"/>
                  </a:moveTo>
                  <a:lnTo>
                    <a:pt x="1" y="1665"/>
                  </a:lnTo>
                  <a:lnTo>
                    <a:pt x="87" y="12531"/>
                  </a:lnTo>
                  <a:lnTo>
                    <a:pt x="9207" y="10871"/>
                  </a:lnTo>
                  <a:lnTo>
                    <a:pt x="9101" y="0"/>
                  </a:lnTo>
                  <a:close/>
                </a:path>
              </a:pathLst>
            </a:custGeom>
            <a:gradFill>
              <a:gsLst>
                <a:gs pos="0">
                  <a:schemeClr val="accent1"/>
                </a:gs>
                <a:gs pos="100000">
                  <a:schemeClr val="dk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61"/>
            <p:cNvSpPr/>
            <p:nvPr/>
          </p:nvSpPr>
          <p:spPr>
            <a:xfrm flipH="1">
              <a:off x="2156749" y="2863311"/>
              <a:ext cx="722292" cy="159345"/>
            </a:xfrm>
            <a:custGeom>
              <a:avLst/>
              <a:gdLst/>
              <a:ahLst/>
              <a:cxnLst/>
              <a:rect l="l" t="t" r="r" b="b"/>
              <a:pathLst>
                <a:path w="6201" h="1368" extrusionOk="0">
                  <a:moveTo>
                    <a:pt x="6200" y="1"/>
                  </a:moveTo>
                  <a:lnTo>
                    <a:pt x="1" y="1136"/>
                  </a:lnTo>
                  <a:lnTo>
                    <a:pt x="1" y="1368"/>
                  </a:lnTo>
                  <a:lnTo>
                    <a:pt x="6200" y="253"/>
                  </a:lnTo>
                  <a:lnTo>
                    <a:pt x="6200" y="1"/>
                  </a:ln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61"/>
            <p:cNvSpPr/>
            <p:nvPr/>
          </p:nvSpPr>
          <p:spPr>
            <a:xfrm flipH="1">
              <a:off x="2156749" y="3010186"/>
              <a:ext cx="722292" cy="161791"/>
            </a:xfrm>
            <a:custGeom>
              <a:avLst/>
              <a:gdLst/>
              <a:ahLst/>
              <a:cxnLst/>
              <a:rect l="l" t="t" r="r" b="b"/>
              <a:pathLst>
                <a:path w="6201" h="1389" extrusionOk="0">
                  <a:moveTo>
                    <a:pt x="6200" y="1"/>
                  </a:moveTo>
                  <a:lnTo>
                    <a:pt x="1" y="1136"/>
                  </a:lnTo>
                  <a:lnTo>
                    <a:pt x="1" y="1388"/>
                  </a:lnTo>
                  <a:lnTo>
                    <a:pt x="6200" y="253"/>
                  </a:lnTo>
                  <a:lnTo>
                    <a:pt x="6200" y="1"/>
                  </a:ln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61"/>
            <p:cNvSpPr/>
            <p:nvPr/>
          </p:nvSpPr>
          <p:spPr>
            <a:xfrm flipH="1">
              <a:off x="2156749" y="3157062"/>
              <a:ext cx="722292" cy="161791"/>
            </a:xfrm>
            <a:custGeom>
              <a:avLst/>
              <a:gdLst/>
              <a:ahLst/>
              <a:cxnLst/>
              <a:rect l="l" t="t" r="r" b="b"/>
              <a:pathLst>
                <a:path w="6201" h="1389" extrusionOk="0">
                  <a:moveTo>
                    <a:pt x="6200" y="1"/>
                  </a:moveTo>
                  <a:lnTo>
                    <a:pt x="1" y="1136"/>
                  </a:lnTo>
                  <a:lnTo>
                    <a:pt x="1" y="1388"/>
                  </a:lnTo>
                  <a:lnTo>
                    <a:pt x="6200" y="253"/>
                  </a:lnTo>
                  <a:lnTo>
                    <a:pt x="6200" y="1"/>
                  </a:ln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61"/>
            <p:cNvSpPr/>
            <p:nvPr/>
          </p:nvSpPr>
          <p:spPr>
            <a:xfrm flipH="1">
              <a:off x="2156749" y="3306384"/>
              <a:ext cx="722292" cy="159345"/>
            </a:xfrm>
            <a:custGeom>
              <a:avLst/>
              <a:gdLst/>
              <a:ahLst/>
              <a:cxnLst/>
              <a:rect l="l" t="t" r="r" b="b"/>
              <a:pathLst>
                <a:path w="6201" h="1368" extrusionOk="0">
                  <a:moveTo>
                    <a:pt x="6200" y="0"/>
                  </a:moveTo>
                  <a:lnTo>
                    <a:pt x="1" y="1115"/>
                  </a:lnTo>
                  <a:lnTo>
                    <a:pt x="1" y="1367"/>
                  </a:lnTo>
                  <a:lnTo>
                    <a:pt x="6200" y="232"/>
                  </a:lnTo>
                  <a:lnTo>
                    <a:pt x="6200" y="0"/>
                  </a:ln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61"/>
            <p:cNvSpPr/>
            <p:nvPr/>
          </p:nvSpPr>
          <p:spPr>
            <a:xfrm flipH="1">
              <a:off x="2156749" y="3453260"/>
              <a:ext cx="722292" cy="159345"/>
            </a:xfrm>
            <a:custGeom>
              <a:avLst/>
              <a:gdLst/>
              <a:ahLst/>
              <a:cxnLst/>
              <a:rect l="l" t="t" r="r" b="b"/>
              <a:pathLst>
                <a:path w="6201" h="1368" extrusionOk="0">
                  <a:moveTo>
                    <a:pt x="6200" y="0"/>
                  </a:moveTo>
                  <a:lnTo>
                    <a:pt x="1" y="1135"/>
                  </a:lnTo>
                  <a:lnTo>
                    <a:pt x="1" y="1367"/>
                  </a:lnTo>
                  <a:lnTo>
                    <a:pt x="6200" y="232"/>
                  </a:lnTo>
                  <a:lnTo>
                    <a:pt x="6200" y="0"/>
                  </a:ln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61"/>
            <p:cNvSpPr/>
            <p:nvPr/>
          </p:nvSpPr>
          <p:spPr>
            <a:xfrm flipH="1">
              <a:off x="2156749" y="3600136"/>
              <a:ext cx="722292" cy="161674"/>
            </a:xfrm>
            <a:custGeom>
              <a:avLst/>
              <a:gdLst/>
              <a:ahLst/>
              <a:cxnLst/>
              <a:rect l="l" t="t" r="r" b="b"/>
              <a:pathLst>
                <a:path w="6201" h="1388" extrusionOk="0">
                  <a:moveTo>
                    <a:pt x="6200" y="0"/>
                  </a:moveTo>
                  <a:lnTo>
                    <a:pt x="1" y="1135"/>
                  </a:lnTo>
                  <a:lnTo>
                    <a:pt x="1" y="1388"/>
                  </a:lnTo>
                  <a:lnTo>
                    <a:pt x="6200" y="253"/>
                  </a:lnTo>
                  <a:lnTo>
                    <a:pt x="6200" y="0"/>
                  </a:ln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61"/>
            <p:cNvSpPr/>
            <p:nvPr/>
          </p:nvSpPr>
          <p:spPr>
            <a:xfrm flipH="1">
              <a:off x="2156749" y="3747012"/>
              <a:ext cx="722292" cy="161674"/>
            </a:xfrm>
            <a:custGeom>
              <a:avLst/>
              <a:gdLst/>
              <a:ahLst/>
              <a:cxnLst/>
              <a:rect l="l" t="t" r="r" b="b"/>
              <a:pathLst>
                <a:path w="6201" h="1388" extrusionOk="0">
                  <a:moveTo>
                    <a:pt x="6200" y="1"/>
                  </a:moveTo>
                  <a:lnTo>
                    <a:pt x="1" y="1136"/>
                  </a:lnTo>
                  <a:lnTo>
                    <a:pt x="1" y="1388"/>
                  </a:lnTo>
                  <a:lnTo>
                    <a:pt x="6200" y="253"/>
                  </a:lnTo>
                  <a:lnTo>
                    <a:pt x="6200" y="1"/>
                  </a:ln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61"/>
            <p:cNvSpPr/>
            <p:nvPr/>
          </p:nvSpPr>
          <p:spPr>
            <a:xfrm flipH="1">
              <a:off x="2156749" y="3893888"/>
              <a:ext cx="722292" cy="161674"/>
            </a:xfrm>
            <a:custGeom>
              <a:avLst/>
              <a:gdLst/>
              <a:ahLst/>
              <a:cxnLst/>
              <a:rect l="l" t="t" r="r" b="b"/>
              <a:pathLst>
                <a:path w="6201" h="1388" extrusionOk="0">
                  <a:moveTo>
                    <a:pt x="6200" y="1"/>
                  </a:moveTo>
                  <a:lnTo>
                    <a:pt x="1" y="1136"/>
                  </a:lnTo>
                  <a:lnTo>
                    <a:pt x="1" y="1388"/>
                  </a:lnTo>
                  <a:lnTo>
                    <a:pt x="6200" y="253"/>
                  </a:lnTo>
                  <a:lnTo>
                    <a:pt x="6200" y="1"/>
                  </a:ln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61"/>
            <p:cNvSpPr/>
            <p:nvPr/>
          </p:nvSpPr>
          <p:spPr>
            <a:xfrm flipH="1">
              <a:off x="2932969" y="3007857"/>
              <a:ext cx="29469" cy="29469"/>
            </a:xfrm>
            <a:custGeom>
              <a:avLst/>
              <a:gdLst/>
              <a:ahLst/>
              <a:cxnLst/>
              <a:rect l="l" t="t" r="r" b="b"/>
              <a:pathLst>
                <a:path w="253" h="253" extrusionOk="0">
                  <a:moveTo>
                    <a:pt x="127" y="1"/>
                  </a:moveTo>
                  <a:cubicBezTo>
                    <a:pt x="61" y="1"/>
                    <a:pt x="0" y="41"/>
                    <a:pt x="0" y="127"/>
                  </a:cubicBezTo>
                  <a:cubicBezTo>
                    <a:pt x="0" y="187"/>
                    <a:pt x="61" y="253"/>
                    <a:pt x="127" y="253"/>
                  </a:cubicBezTo>
                  <a:cubicBezTo>
                    <a:pt x="212" y="253"/>
                    <a:pt x="253" y="187"/>
                    <a:pt x="253" y="127"/>
                  </a:cubicBezTo>
                  <a:cubicBezTo>
                    <a:pt x="253" y="41"/>
                    <a:pt x="212" y="1"/>
                    <a:pt x="127" y="1"/>
                  </a:cubicBez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61"/>
            <p:cNvSpPr/>
            <p:nvPr/>
          </p:nvSpPr>
          <p:spPr>
            <a:xfrm flipH="1">
              <a:off x="2932969" y="3149491"/>
              <a:ext cx="29469" cy="29469"/>
            </a:xfrm>
            <a:custGeom>
              <a:avLst/>
              <a:gdLst/>
              <a:ahLst/>
              <a:cxnLst/>
              <a:rect l="l" t="t" r="r" b="b"/>
              <a:pathLst>
                <a:path w="253" h="253" extrusionOk="0">
                  <a:moveTo>
                    <a:pt x="127" y="0"/>
                  </a:moveTo>
                  <a:cubicBezTo>
                    <a:pt x="61" y="0"/>
                    <a:pt x="0" y="66"/>
                    <a:pt x="0" y="126"/>
                  </a:cubicBezTo>
                  <a:cubicBezTo>
                    <a:pt x="0" y="192"/>
                    <a:pt x="61" y="253"/>
                    <a:pt x="127" y="253"/>
                  </a:cubicBezTo>
                  <a:cubicBezTo>
                    <a:pt x="212" y="253"/>
                    <a:pt x="253" y="192"/>
                    <a:pt x="253" y="126"/>
                  </a:cubicBezTo>
                  <a:cubicBezTo>
                    <a:pt x="253" y="66"/>
                    <a:pt x="212" y="0"/>
                    <a:pt x="127" y="0"/>
                  </a:cubicBez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61"/>
            <p:cNvSpPr/>
            <p:nvPr/>
          </p:nvSpPr>
          <p:spPr>
            <a:xfrm flipH="1">
              <a:off x="2932969" y="3291708"/>
              <a:ext cx="29469" cy="31799"/>
            </a:xfrm>
            <a:custGeom>
              <a:avLst/>
              <a:gdLst/>
              <a:ahLst/>
              <a:cxnLst/>
              <a:rect l="l" t="t" r="r" b="b"/>
              <a:pathLst>
                <a:path w="253" h="273" extrusionOk="0">
                  <a:moveTo>
                    <a:pt x="127" y="0"/>
                  </a:moveTo>
                  <a:cubicBezTo>
                    <a:pt x="61" y="0"/>
                    <a:pt x="0" y="61"/>
                    <a:pt x="0" y="126"/>
                  </a:cubicBezTo>
                  <a:cubicBezTo>
                    <a:pt x="0" y="212"/>
                    <a:pt x="61" y="273"/>
                    <a:pt x="127" y="273"/>
                  </a:cubicBezTo>
                  <a:cubicBezTo>
                    <a:pt x="212" y="273"/>
                    <a:pt x="253" y="212"/>
                    <a:pt x="253" y="126"/>
                  </a:cubicBezTo>
                  <a:cubicBezTo>
                    <a:pt x="253" y="61"/>
                    <a:pt x="212" y="0"/>
                    <a:pt x="127" y="0"/>
                  </a:cubicBez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61"/>
            <p:cNvSpPr/>
            <p:nvPr/>
          </p:nvSpPr>
          <p:spPr>
            <a:xfrm flipH="1">
              <a:off x="2932969" y="3436255"/>
              <a:ext cx="29469" cy="29469"/>
            </a:xfrm>
            <a:custGeom>
              <a:avLst/>
              <a:gdLst/>
              <a:ahLst/>
              <a:cxnLst/>
              <a:rect l="l" t="t" r="r" b="b"/>
              <a:pathLst>
                <a:path w="253" h="253" extrusionOk="0">
                  <a:moveTo>
                    <a:pt x="127" y="0"/>
                  </a:moveTo>
                  <a:cubicBezTo>
                    <a:pt x="61" y="0"/>
                    <a:pt x="0" y="61"/>
                    <a:pt x="0" y="126"/>
                  </a:cubicBezTo>
                  <a:cubicBezTo>
                    <a:pt x="0" y="187"/>
                    <a:pt x="61" y="252"/>
                    <a:pt x="127" y="252"/>
                  </a:cubicBezTo>
                  <a:cubicBezTo>
                    <a:pt x="212" y="252"/>
                    <a:pt x="253" y="187"/>
                    <a:pt x="253" y="126"/>
                  </a:cubicBezTo>
                  <a:cubicBezTo>
                    <a:pt x="253" y="61"/>
                    <a:pt x="212" y="0"/>
                    <a:pt x="127" y="0"/>
                  </a:cubicBez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61"/>
            <p:cNvSpPr/>
            <p:nvPr/>
          </p:nvSpPr>
          <p:spPr>
            <a:xfrm flipH="1">
              <a:off x="2932969" y="3577773"/>
              <a:ext cx="29469" cy="29469"/>
            </a:xfrm>
            <a:custGeom>
              <a:avLst/>
              <a:gdLst/>
              <a:ahLst/>
              <a:cxnLst/>
              <a:rect l="l" t="t" r="r" b="b"/>
              <a:pathLst>
                <a:path w="253" h="253" extrusionOk="0">
                  <a:moveTo>
                    <a:pt x="127" y="1"/>
                  </a:moveTo>
                  <a:cubicBezTo>
                    <a:pt x="61" y="1"/>
                    <a:pt x="0" y="66"/>
                    <a:pt x="0" y="127"/>
                  </a:cubicBezTo>
                  <a:cubicBezTo>
                    <a:pt x="0" y="213"/>
                    <a:pt x="61" y="253"/>
                    <a:pt x="127" y="253"/>
                  </a:cubicBezTo>
                  <a:cubicBezTo>
                    <a:pt x="212" y="253"/>
                    <a:pt x="253" y="213"/>
                    <a:pt x="253" y="127"/>
                  </a:cubicBezTo>
                  <a:cubicBezTo>
                    <a:pt x="253" y="66"/>
                    <a:pt x="212" y="1"/>
                    <a:pt x="127" y="1"/>
                  </a:cubicBez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61"/>
            <p:cNvSpPr/>
            <p:nvPr/>
          </p:nvSpPr>
          <p:spPr>
            <a:xfrm flipH="1">
              <a:off x="2932969" y="3722319"/>
              <a:ext cx="29469" cy="29469"/>
            </a:xfrm>
            <a:custGeom>
              <a:avLst/>
              <a:gdLst/>
              <a:ahLst/>
              <a:cxnLst/>
              <a:rect l="l" t="t" r="r" b="b"/>
              <a:pathLst>
                <a:path w="253" h="253" extrusionOk="0">
                  <a:moveTo>
                    <a:pt x="127" y="1"/>
                  </a:moveTo>
                  <a:cubicBezTo>
                    <a:pt x="61" y="1"/>
                    <a:pt x="0" y="46"/>
                    <a:pt x="0" y="127"/>
                  </a:cubicBezTo>
                  <a:cubicBezTo>
                    <a:pt x="0" y="192"/>
                    <a:pt x="61" y="253"/>
                    <a:pt x="127" y="253"/>
                  </a:cubicBezTo>
                  <a:cubicBezTo>
                    <a:pt x="212" y="253"/>
                    <a:pt x="253" y="192"/>
                    <a:pt x="253" y="127"/>
                  </a:cubicBezTo>
                  <a:cubicBezTo>
                    <a:pt x="253" y="46"/>
                    <a:pt x="212" y="1"/>
                    <a:pt x="127" y="1"/>
                  </a:cubicBez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61"/>
            <p:cNvSpPr/>
            <p:nvPr/>
          </p:nvSpPr>
          <p:spPr>
            <a:xfrm flipH="1">
              <a:off x="2932969" y="3864536"/>
              <a:ext cx="29469" cy="29469"/>
            </a:xfrm>
            <a:custGeom>
              <a:avLst/>
              <a:gdLst/>
              <a:ahLst/>
              <a:cxnLst/>
              <a:rect l="l" t="t" r="r" b="b"/>
              <a:pathLst>
                <a:path w="253" h="253" extrusionOk="0">
                  <a:moveTo>
                    <a:pt x="127" y="0"/>
                  </a:moveTo>
                  <a:cubicBezTo>
                    <a:pt x="61" y="0"/>
                    <a:pt x="0" y="61"/>
                    <a:pt x="0" y="127"/>
                  </a:cubicBezTo>
                  <a:cubicBezTo>
                    <a:pt x="0" y="187"/>
                    <a:pt x="61" y="253"/>
                    <a:pt x="127" y="253"/>
                  </a:cubicBezTo>
                  <a:cubicBezTo>
                    <a:pt x="212" y="253"/>
                    <a:pt x="253" y="187"/>
                    <a:pt x="253" y="127"/>
                  </a:cubicBezTo>
                  <a:cubicBezTo>
                    <a:pt x="253" y="61"/>
                    <a:pt x="212" y="0"/>
                    <a:pt x="127" y="0"/>
                  </a:cubicBez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61"/>
            <p:cNvSpPr/>
            <p:nvPr/>
          </p:nvSpPr>
          <p:spPr>
            <a:xfrm flipH="1">
              <a:off x="2932969" y="4006753"/>
              <a:ext cx="29469" cy="31799"/>
            </a:xfrm>
            <a:custGeom>
              <a:avLst/>
              <a:gdLst/>
              <a:ahLst/>
              <a:cxnLst/>
              <a:rect l="l" t="t" r="r" b="b"/>
              <a:pathLst>
                <a:path w="253" h="273" extrusionOk="0">
                  <a:moveTo>
                    <a:pt x="127" y="0"/>
                  </a:moveTo>
                  <a:cubicBezTo>
                    <a:pt x="61" y="0"/>
                    <a:pt x="0" y="61"/>
                    <a:pt x="0" y="126"/>
                  </a:cubicBezTo>
                  <a:cubicBezTo>
                    <a:pt x="0" y="207"/>
                    <a:pt x="61" y="273"/>
                    <a:pt x="127" y="273"/>
                  </a:cubicBezTo>
                  <a:cubicBezTo>
                    <a:pt x="212" y="273"/>
                    <a:pt x="253" y="207"/>
                    <a:pt x="253" y="126"/>
                  </a:cubicBezTo>
                  <a:cubicBezTo>
                    <a:pt x="253" y="61"/>
                    <a:pt x="212" y="0"/>
                    <a:pt x="127" y="0"/>
                  </a:cubicBezTo>
                  <a:close/>
                </a:path>
              </a:pathLst>
            </a:cu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61"/>
            <p:cNvSpPr/>
            <p:nvPr/>
          </p:nvSpPr>
          <p:spPr>
            <a:xfrm flipH="1">
              <a:off x="1880601" y="4292948"/>
              <a:ext cx="543612" cy="222826"/>
            </a:xfrm>
            <a:custGeom>
              <a:avLst/>
              <a:gdLst/>
              <a:ahLst/>
              <a:cxnLst/>
              <a:rect l="l" t="t" r="r" b="b"/>
              <a:pathLst>
                <a:path w="4667" h="1913" extrusionOk="0">
                  <a:moveTo>
                    <a:pt x="2336" y="1"/>
                  </a:moveTo>
                  <a:cubicBezTo>
                    <a:pt x="1055" y="1"/>
                    <a:pt x="1" y="445"/>
                    <a:pt x="1" y="949"/>
                  </a:cubicBezTo>
                  <a:cubicBezTo>
                    <a:pt x="1" y="1474"/>
                    <a:pt x="1055" y="1913"/>
                    <a:pt x="2336" y="1913"/>
                  </a:cubicBezTo>
                  <a:cubicBezTo>
                    <a:pt x="3617" y="1913"/>
                    <a:pt x="4667" y="1474"/>
                    <a:pt x="4667" y="949"/>
                  </a:cubicBezTo>
                  <a:cubicBezTo>
                    <a:pt x="4667" y="445"/>
                    <a:pt x="3617" y="1"/>
                    <a:pt x="2336" y="1"/>
                  </a:cubicBezTo>
                  <a:close/>
                </a:path>
              </a:pathLst>
            </a:custGeom>
            <a:gradFill>
              <a:gsLst>
                <a:gs pos="0">
                  <a:schemeClr val="accent4"/>
                </a:gs>
                <a:gs pos="46000">
                  <a:srgbClr val="FFFFFF">
                    <a:alpha val="16862"/>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61"/>
            <p:cNvSpPr/>
            <p:nvPr/>
          </p:nvSpPr>
          <p:spPr>
            <a:xfrm flipH="1">
              <a:off x="989208" y="4055570"/>
              <a:ext cx="543612" cy="220497"/>
            </a:xfrm>
            <a:custGeom>
              <a:avLst/>
              <a:gdLst/>
              <a:ahLst/>
              <a:cxnLst/>
              <a:rect l="l" t="t" r="r" b="b"/>
              <a:pathLst>
                <a:path w="4667" h="1893" extrusionOk="0">
                  <a:moveTo>
                    <a:pt x="2336" y="1"/>
                  </a:moveTo>
                  <a:cubicBezTo>
                    <a:pt x="1049" y="1"/>
                    <a:pt x="0" y="420"/>
                    <a:pt x="0" y="944"/>
                  </a:cubicBezTo>
                  <a:cubicBezTo>
                    <a:pt x="0" y="1474"/>
                    <a:pt x="1049" y="1893"/>
                    <a:pt x="2336" y="1893"/>
                  </a:cubicBezTo>
                  <a:cubicBezTo>
                    <a:pt x="3617" y="1893"/>
                    <a:pt x="4666" y="1474"/>
                    <a:pt x="4666" y="944"/>
                  </a:cubicBezTo>
                  <a:cubicBezTo>
                    <a:pt x="4666" y="420"/>
                    <a:pt x="3617" y="1"/>
                    <a:pt x="2336" y="1"/>
                  </a:cubicBezTo>
                  <a:close/>
                </a:path>
              </a:pathLst>
            </a:custGeom>
            <a:gradFill>
              <a:gsLst>
                <a:gs pos="0">
                  <a:schemeClr val="accent4"/>
                </a:gs>
                <a:gs pos="46000">
                  <a:srgbClr val="FFFFFF">
                    <a:alpha val="16862"/>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61"/>
            <p:cNvSpPr/>
            <p:nvPr/>
          </p:nvSpPr>
          <p:spPr>
            <a:xfrm flipH="1">
              <a:off x="1204938" y="4346993"/>
              <a:ext cx="73499" cy="36575"/>
            </a:xfrm>
            <a:custGeom>
              <a:avLst/>
              <a:gdLst/>
              <a:ahLst/>
              <a:cxnLst/>
              <a:rect l="l" t="t" r="r" b="b"/>
              <a:pathLst>
                <a:path w="631" h="314" extrusionOk="0">
                  <a:moveTo>
                    <a:pt x="318" y="1"/>
                  </a:moveTo>
                  <a:cubicBezTo>
                    <a:pt x="126" y="1"/>
                    <a:pt x="0" y="62"/>
                    <a:pt x="0" y="147"/>
                  </a:cubicBezTo>
                  <a:cubicBezTo>
                    <a:pt x="0" y="233"/>
                    <a:pt x="126" y="314"/>
                    <a:pt x="318" y="314"/>
                  </a:cubicBezTo>
                  <a:cubicBezTo>
                    <a:pt x="485" y="314"/>
                    <a:pt x="631" y="233"/>
                    <a:pt x="631" y="147"/>
                  </a:cubicBezTo>
                  <a:cubicBezTo>
                    <a:pt x="631" y="62"/>
                    <a:pt x="485" y="1"/>
                    <a:pt x="318" y="1"/>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61"/>
            <p:cNvSpPr/>
            <p:nvPr/>
          </p:nvSpPr>
          <p:spPr>
            <a:xfrm flipH="1">
              <a:off x="1221944" y="4148402"/>
              <a:ext cx="61268" cy="29586"/>
            </a:xfrm>
            <a:custGeom>
              <a:avLst/>
              <a:gdLst/>
              <a:ahLst/>
              <a:cxnLst/>
              <a:rect l="l" t="t" r="r" b="b"/>
              <a:pathLst>
                <a:path w="526" h="254" extrusionOk="0">
                  <a:moveTo>
                    <a:pt x="253" y="1"/>
                  </a:moveTo>
                  <a:cubicBezTo>
                    <a:pt x="127" y="1"/>
                    <a:pt x="1" y="46"/>
                    <a:pt x="1" y="127"/>
                  </a:cubicBezTo>
                  <a:cubicBezTo>
                    <a:pt x="1" y="193"/>
                    <a:pt x="127" y="253"/>
                    <a:pt x="253" y="253"/>
                  </a:cubicBezTo>
                  <a:cubicBezTo>
                    <a:pt x="399" y="253"/>
                    <a:pt x="526" y="193"/>
                    <a:pt x="526" y="127"/>
                  </a:cubicBezTo>
                  <a:cubicBezTo>
                    <a:pt x="526" y="46"/>
                    <a:pt x="399" y="1"/>
                    <a:pt x="253" y="1"/>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61"/>
            <p:cNvSpPr/>
            <p:nvPr/>
          </p:nvSpPr>
          <p:spPr>
            <a:xfrm flipH="1">
              <a:off x="2127430" y="4381120"/>
              <a:ext cx="61734" cy="29469"/>
            </a:xfrm>
            <a:custGeom>
              <a:avLst/>
              <a:gdLst/>
              <a:ahLst/>
              <a:cxnLst/>
              <a:rect l="l" t="t" r="r" b="b"/>
              <a:pathLst>
                <a:path w="530" h="253" extrusionOk="0">
                  <a:moveTo>
                    <a:pt x="278" y="1"/>
                  </a:moveTo>
                  <a:cubicBezTo>
                    <a:pt x="126" y="1"/>
                    <a:pt x="0" y="66"/>
                    <a:pt x="0" y="127"/>
                  </a:cubicBezTo>
                  <a:cubicBezTo>
                    <a:pt x="0" y="192"/>
                    <a:pt x="126" y="253"/>
                    <a:pt x="278" y="253"/>
                  </a:cubicBezTo>
                  <a:cubicBezTo>
                    <a:pt x="404" y="253"/>
                    <a:pt x="530" y="192"/>
                    <a:pt x="530" y="127"/>
                  </a:cubicBezTo>
                  <a:cubicBezTo>
                    <a:pt x="530" y="66"/>
                    <a:pt x="404" y="1"/>
                    <a:pt x="278" y="1"/>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61"/>
            <p:cNvSpPr/>
            <p:nvPr/>
          </p:nvSpPr>
          <p:spPr>
            <a:xfrm flipH="1">
              <a:off x="1618545" y="4109732"/>
              <a:ext cx="58822" cy="29469"/>
            </a:xfrm>
            <a:custGeom>
              <a:avLst/>
              <a:gdLst/>
              <a:ahLst/>
              <a:cxnLst/>
              <a:rect l="l" t="t" r="r" b="b"/>
              <a:pathLst>
                <a:path w="505" h="253" extrusionOk="0">
                  <a:moveTo>
                    <a:pt x="252" y="0"/>
                  </a:moveTo>
                  <a:cubicBezTo>
                    <a:pt x="106" y="0"/>
                    <a:pt x="0" y="40"/>
                    <a:pt x="0" y="126"/>
                  </a:cubicBezTo>
                  <a:cubicBezTo>
                    <a:pt x="0" y="187"/>
                    <a:pt x="106" y="252"/>
                    <a:pt x="252" y="252"/>
                  </a:cubicBezTo>
                  <a:cubicBezTo>
                    <a:pt x="399" y="252"/>
                    <a:pt x="505" y="187"/>
                    <a:pt x="505" y="126"/>
                  </a:cubicBezTo>
                  <a:cubicBezTo>
                    <a:pt x="505" y="40"/>
                    <a:pt x="399" y="0"/>
                    <a:pt x="252" y="0"/>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61"/>
            <p:cNvSpPr/>
            <p:nvPr/>
          </p:nvSpPr>
          <p:spPr>
            <a:xfrm flipH="1">
              <a:off x="2506910" y="4341751"/>
              <a:ext cx="58939" cy="29469"/>
            </a:xfrm>
            <a:custGeom>
              <a:avLst/>
              <a:gdLst/>
              <a:ahLst/>
              <a:cxnLst/>
              <a:rect l="l" t="t" r="r" b="b"/>
              <a:pathLst>
                <a:path w="506" h="253" extrusionOk="0">
                  <a:moveTo>
                    <a:pt x="253" y="1"/>
                  </a:moveTo>
                  <a:cubicBezTo>
                    <a:pt x="107" y="1"/>
                    <a:pt x="1" y="66"/>
                    <a:pt x="1" y="127"/>
                  </a:cubicBezTo>
                  <a:cubicBezTo>
                    <a:pt x="1" y="212"/>
                    <a:pt x="107" y="253"/>
                    <a:pt x="253" y="253"/>
                  </a:cubicBezTo>
                  <a:cubicBezTo>
                    <a:pt x="379" y="253"/>
                    <a:pt x="505" y="212"/>
                    <a:pt x="505" y="127"/>
                  </a:cubicBezTo>
                  <a:cubicBezTo>
                    <a:pt x="505" y="66"/>
                    <a:pt x="379" y="1"/>
                    <a:pt x="253" y="1"/>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61"/>
            <p:cNvSpPr/>
            <p:nvPr/>
          </p:nvSpPr>
          <p:spPr>
            <a:xfrm flipH="1">
              <a:off x="2192198" y="3672020"/>
              <a:ext cx="213391" cy="585428"/>
            </a:xfrm>
            <a:custGeom>
              <a:avLst/>
              <a:gdLst/>
              <a:ahLst/>
              <a:cxnLst/>
              <a:rect l="l" t="t" r="r" b="b"/>
              <a:pathLst>
                <a:path w="1832" h="5026" extrusionOk="0">
                  <a:moveTo>
                    <a:pt x="0" y="1"/>
                  </a:moveTo>
                  <a:lnTo>
                    <a:pt x="46" y="4732"/>
                  </a:lnTo>
                  <a:lnTo>
                    <a:pt x="1832" y="5025"/>
                  </a:lnTo>
                  <a:lnTo>
                    <a:pt x="1832" y="5025"/>
                  </a:lnTo>
                  <a:lnTo>
                    <a:pt x="1786" y="293"/>
                  </a:lnTo>
                  <a:lnTo>
                    <a:pt x="0" y="1"/>
                  </a:lnTo>
                  <a:close/>
                </a:path>
              </a:pathLst>
            </a:custGeom>
            <a:gradFill>
              <a:gsLst>
                <a:gs pos="0">
                  <a:srgbClr val="B0A1FB"/>
                </a:gs>
                <a:gs pos="50000">
                  <a:srgbClr val="AD95E6"/>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61"/>
            <p:cNvSpPr/>
            <p:nvPr/>
          </p:nvSpPr>
          <p:spPr>
            <a:xfrm flipH="1">
              <a:off x="2209204" y="3696713"/>
              <a:ext cx="179379" cy="536041"/>
            </a:xfrm>
            <a:custGeom>
              <a:avLst/>
              <a:gdLst/>
              <a:ahLst/>
              <a:cxnLst/>
              <a:rect l="l" t="t" r="r" b="b"/>
              <a:pathLst>
                <a:path w="1540" h="4602" extrusionOk="0">
                  <a:moveTo>
                    <a:pt x="1" y="1"/>
                  </a:moveTo>
                  <a:lnTo>
                    <a:pt x="46" y="4349"/>
                  </a:lnTo>
                  <a:lnTo>
                    <a:pt x="1539" y="4601"/>
                  </a:lnTo>
                  <a:lnTo>
                    <a:pt x="1494" y="253"/>
                  </a:lnTo>
                  <a:lnTo>
                    <a:pt x="1"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61"/>
            <p:cNvSpPr/>
            <p:nvPr/>
          </p:nvSpPr>
          <p:spPr>
            <a:xfrm flipH="1">
              <a:off x="2209204" y="3816566"/>
              <a:ext cx="176467" cy="102968"/>
            </a:xfrm>
            <a:custGeom>
              <a:avLst/>
              <a:gdLst/>
              <a:ahLst/>
              <a:cxnLst/>
              <a:rect l="l" t="t" r="r" b="b"/>
              <a:pathLst>
                <a:path w="1515" h="884" extrusionOk="0">
                  <a:moveTo>
                    <a:pt x="1" y="1"/>
                  </a:moveTo>
                  <a:lnTo>
                    <a:pt x="21" y="631"/>
                  </a:lnTo>
                  <a:lnTo>
                    <a:pt x="1514" y="883"/>
                  </a:lnTo>
                  <a:lnTo>
                    <a:pt x="1514" y="253"/>
                  </a:lnTo>
                  <a:lnTo>
                    <a:pt x="1" y="1"/>
                  </a:lnTo>
                  <a:close/>
                </a:path>
              </a:pathLst>
            </a:custGeom>
            <a:gradFill>
              <a:gsLst>
                <a:gs pos="0">
                  <a:schemeClr val="accen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61"/>
            <p:cNvSpPr/>
            <p:nvPr/>
          </p:nvSpPr>
          <p:spPr>
            <a:xfrm flipH="1">
              <a:off x="2209204" y="3921744"/>
              <a:ext cx="176467" cy="105298"/>
            </a:xfrm>
            <a:custGeom>
              <a:avLst/>
              <a:gdLst/>
              <a:ahLst/>
              <a:cxnLst/>
              <a:rect l="l" t="t" r="r" b="b"/>
              <a:pathLst>
                <a:path w="1515" h="904" extrusionOk="0">
                  <a:moveTo>
                    <a:pt x="1" y="1"/>
                  </a:moveTo>
                  <a:lnTo>
                    <a:pt x="21" y="651"/>
                  </a:lnTo>
                  <a:lnTo>
                    <a:pt x="1514" y="904"/>
                  </a:lnTo>
                  <a:lnTo>
                    <a:pt x="1514" y="253"/>
                  </a:lnTo>
                  <a:lnTo>
                    <a:pt x="1" y="1"/>
                  </a:lnTo>
                  <a:close/>
                </a:path>
              </a:pathLst>
            </a:custGeom>
            <a:gradFill>
              <a:gsLst>
                <a:gs pos="0">
                  <a:schemeClr val="accen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61"/>
            <p:cNvSpPr/>
            <p:nvPr/>
          </p:nvSpPr>
          <p:spPr>
            <a:xfrm flipH="1">
              <a:off x="2209204" y="3902409"/>
              <a:ext cx="179379" cy="48805"/>
            </a:xfrm>
            <a:custGeom>
              <a:avLst/>
              <a:gdLst/>
              <a:ahLst/>
              <a:cxnLst/>
              <a:rect l="l" t="t" r="r" b="b"/>
              <a:pathLst>
                <a:path w="1540" h="419" extrusionOk="0">
                  <a:moveTo>
                    <a:pt x="1" y="0"/>
                  </a:moveTo>
                  <a:lnTo>
                    <a:pt x="1" y="167"/>
                  </a:lnTo>
                  <a:lnTo>
                    <a:pt x="1539" y="419"/>
                  </a:lnTo>
                  <a:lnTo>
                    <a:pt x="1539" y="273"/>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61"/>
            <p:cNvSpPr/>
            <p:nvPr/>
          </p:nvSpPr>
          <p:spPr>
            <a:xfrm flipH="1">
              <a:off x="2209204" y="3779527"/>
              <a:ext cx="179379" cy="49504"/>
            </a:xfrm>
            <a:custGeom>
              <a:avLst/>
              <a:gdLst/>
              <a:ahLst/>
              <a:cxnLst/>
              <a:rect l="l" t="t" r="r" b="b"/>
              <a:pathLst>
                <a:path w="1540" h="425" extrusionOk="0">
                  <a:moveTo>
                    <a:pt x="1" y="1"/>
                  </a:moveTo>
                  <a:lnTo>
                    <a:pt x="1" y="172"/>
                  </a:lnTo>
                  <a:lnTo>
                    <a:pt x="1539" y="425"/>
                  </a:lnTo>
                  <a:lnTo>
                    <a:pt x="1539" y="253"/>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61"/>
            <p:cNvSpPr/>
            <p:nvPr/>
          </p:nvSpPr>
          <p:spPr>
            <a:xfrm flipH="1">
              <a:off x="2209204" y="4005141"/>
              <a:ext cx="179379" cy="46592"/>
            </a:xfrm>
            <a:custGeom>
              <a:avLst/>
              <a:gdLst/>
              <a:ahLst/>
              <a:cxnLst/>
              <a:rect l="l" t="t" r="r" b="b"/>
              <a:pathLst>
                <a:path w="1540" h="400" extrusionOk="0">
                  <a:moveTo>
                    <a:pt x="1" y="1"/>
                  </a:moveTo>
                  <a:lnTo>
                    <a:pt x="1" y="147"/>
                  </a:lnTo>
                  <a:lnTo>
                    <a:pt x="1539" y="399"/>
                  </a:lnTo>
                  <a:lnTo>
                    <a:pt x="1539" y="253"/>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61"/>
            <p:cNvSpPr/>
            <p:nvPr/>
          </p:nvSpPr>
          <p:spPr>
            <a:xfrm flipH="1">
              <a:off x="2209204" y="4034609"/>
              <a:ext cx="176467" cy="105298"/>
            </a:xfrm>
            <a:custGeom>
              <a:avLst/>
              <a:gdLst/>
              <a:ahLst/>
              <a:cxnLst/>
              <a:rect l="l" t="t" r="r" b="b"/>
              <a:pathLst>
                <a:path w="1515" h="904" extrusionOk="0">
                  <a:moveTo>
                    <a:pt x="1" y="0"/>
                  </a:moveTo>
                  <a:lnTo>
                    <a:pt x="21" y="651"/>
                  </a:lnTo>
                  <a:lnTo>
                    <a:pt x="1514" y="903"/>
                  </a:lnTo>
                  <a:lnTo>
                    <a:pt x="1514" y="252"/>
                  </a:lnTo>
                  <a:lnTo>
                    <a:pt x="1" y="0"/>
                  </a:lnTo>
                  <a:close/>
                </a:path>
              </a:pathLst>
            </a:custGeom>
            <a:gradFill>
              <a:gsLst>
                <a:gs pos="0">
                  <a:schemeClr val="accen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61"/>
            <p:cNvSpPr/>
            <p:nvPr/>
          </p:nvSpPr>
          <p:spPr>
            <a:xfrm flipH="1">
              <a:off x="2233899" y="3745516"/>
              <a:ext cx="132321" cy="37157"/>
            </a:xfrm>
            <a:custGeom>
              <a:avLst/>
              <a:gdLst/>
              <a:ahLst/>
              <a:cxnLst/>
              <a:rect l="l" t="t" r="r" b="b"/>
              <a:pathLst>
                <a:path w="1136" h="319" extrusionOk="0">
                  <a:moveTo>
                    <a:pt x="0" y="0"/>
                  </a:moveTo>
                  <a:lnTo>
                    <a:pt x="0" y="126"/>
                  </a:lnTo>
                  <a:lnTo>
                    <a:pt x="1135" y="318"/>
                  </a:lnTo>
                  <a:lnTo>
                    <a:pt x="1135" y="212"/>
                  </a:lnTo>
                  <a:lnTo>
                    <a:pt x="0"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61"/>
            <p:cNvSpPr/>
            <p:nvPr/>
          </p:nvSpPr>
          <p:spPr>
            <a:xfrm flipH="1">
              <a:off x="1736761" y="3588623"/>
              <a:ext cx="668828" cy="117645"/>
            </a:xfrm>
            <a:custGeom>
              <a:avLst/>
              <a:gdLst/>
              <a:ahLst/>
              <a:cxnLst/>
              <a:rect l="l" t="t" r="r" b="b"/>
              <a:pathLst>
                <a:path w="5742" h="1010" extrusionOk="0">
                  <a:moveTo>
                    <a:pt x="3976" y="0"/>
                  </a:moveTo>
                  <a:lnTo>
                    <a:pt x="0" y="717"/>
                  </a:lnTo>
                  <a:lnTo>
                    <a:pt x="1786" y="1009"/>
                  </a:lnTo>
                  <a:lnTo>
                    <a:pt x="5741" y="298"/>
                  </a:lnTo>
                  <a:lnTo>
                    <a:pt x="3976"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61"/>
            <p:cNvSpPr/>
            <p:nvPr/>
          </p:nvSpPr>
          <p:spPr>
            <a:xfrm flipH="1">
              <a:off x="1732108" y="3623333"/>
              <a:ext cx="465454" cy="634117"/>
            </a:xfrm>
            <a:custGeom>
              <a:avLst/>
              <a:gdLst/>
              <a:ahLst/>
              <a:cxnLst/>
              <a:rect l="l" t="t" r="r" b="b"/>
              <a:pathLst>
                <a:path w="3996" h="5444" extrusionOk="0">
                  <a:moveTo>
                    <a:pt x="3955" y="0"/>
                  </a:moveTo>
                  <a:lnTo>
                    <a:pt x="0" y="711"/>
                  </a:lnTo>
                  <a:lnTo>
                    <a:pt x="46" y="5443"/>
                  </a:lnTo>
                  <a:lnTo>
                    <a:pt x="3995" y="4727"/>
                  </a:lnTo>
                  <a:lnTo>
                    <a:pt x="3955" y="0"/>
                  </a:lnTo>
                  <a:close/>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61"/>
            <p:cNvSpPr/>
            <p:nvPr/>
          </p:nvSpPr>
          <p:spPr>
            <a:xfrm flipH="1">
              <a:off x="1756803" y="3657344"/>
              <a:ext cx="416067" cy="568306"/>
            </a:xfrm>
            <a:custGeom>
              <a:avLst/>
              <a:gdLst/>
              <a:ahLst/>
              <a:cxnLst/>
              <a:rect l="l" t="t" r="r" b="b"/>
              <a:pathLst>
                <a:path w="3572" h="4879" extrusionOk="0">
                  <a:moveTo>
                    <a:pt x="3531" y="1"/>
                  </a:moveTo>
                  <a:lnTo>
                    <a:pt x="0" y="631"/>
                  </a:lnTo>
                  <a:lnTo>
                    <a:pt x="20" y="4879"/>
                  </a:lnTo>
                  <a:lnTo>
                    <a:pt x="3572" y="4228"/>
                  </a:lnTo>
                  <a:lnTo>
                    <a:pt x="3531" y="1"/>
                  </a:lnTo>
                  <a:close/>
                </a:path>
              </a:pathLst>
            </a:custGeom>
            <a:gradFill>
              <a:gsLst>
                <a:gs pos="0">
                  <a:srgbClr val="8C74F9"/>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61"/>
            <p:cNvSpPr/>
            <p:nvPr/>
          </p:nvSpPr>
          <p:spPr>
            <a:xfrm flipH="1">
              <a:off x="1827276" y="3709059"/>
              <a:ext cx="279203" cy="63598"/>
            </a:xfrm>
            <a:custGeom>
              <a:avLst/>
              <a:gdLst/>
              <a:ahLst/>
              <a:cxnLst/>
              <a:rect l="l" t="t" r="r" b="b"/>
              <a:pathLst>
                <a:path w="2397" h="546" extrusionOk="0">
                  <a:moveTo>
                    <a:pt x="2396" y="1"/>
                  </a:moveTo>
                  <a:lnTo>
                    <a:pt x="0" y="439"/>
                  </a:lnTo>
                  <a:lnTo>
                    <a:pt x="0" y="545"/>
                  </a:lnTo>
                  <a:lnTo>
                    <a:pt x="2396" y="101"/>
                  </a:lnTo>
                  <a:lnTo>
                    <a:pt x="2396" y="1"/>
                  </a:ln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61"/>
            <p:cNvSpPr/>
            <p:nvPr/>
          </p:nvSpPr>
          <p:spPr>
            <a:xfrm flipH="1">
              <a:off x="1827276" y="3767880"/>
              <a:ext cx="279203" cy="61152"/>
            </a:xfrm>
            <a:custGeom>
              <a:avLst/>
              <a:gdLst/>
              <a:ahLst/>
              <a:cxnLst/>
              <a:rect l="l" t="t" r="r" b="b"/>
              <a:pathLst>
                <a:path w="2397" h="525" extrusionOk="0">
                  <a:moveTo>
                    <a:pt x="2396" y="0"/>
                  </a:moveTo>
                  <a:lnTo>
                    <a:pt x="0" y="439"/>
                  </a:lnTo>
                  <a:lnTo>
                    <a:pt x="0" y="525"/>
                  </a:lnTo>
                  <a:lnTo>
                    <a:pt x="2396" y="81"/>
                  </a:lnTo>
                  <a:lnTo>
                    <a:pt x="2396" y="0"/>
                  </a:ln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61"/>
            <p:cNvSpPr/>
            <p:nvPr/>
          </p:nvSpPr>
          <p:spPr>
            <a:xfrm flipH="1">
              <a:off x="1827276" y="3823671"/>
              <a:ext cx="279203" cy="64180"/>
            </a:xfrm>
            <a:custGeom>
              <a:avLst/>
              <a:gdLst/>
              <a:ahLst/>
              <a:cxnLst/>
              <a:rect l="l" t="t" r="r" b="b"/>
              <a:pathLst>
                <a:path w="2397" h="551" extrusionOk="0">
                  <a:moveTo>
                    <a:pt x="2396" y="0"/>
                  </a:moveTo>
                  <a:lnTo>
                    <a:pt x="0" y="444"/>
                  </a:lnTo>
                  <a:lnTo>
                    <a:pt x="0" y="550"/>
                  </a:lnTo>
                  <a:lnTo>
                    <a:pt x="2396" y="106"/>
                  </a:lnTo>
                  <a:lnTo>
                    <a:pt x="2396" y="0"/>
                  </a:ln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61"/>
            <p:cNvSpPr/>
            <p:nvPr/>
          </p:nvSpPr>
          <p:spPr>
            <a:xfrm flipH="1">
              <a:off x="1827276" y="3882375"/>
              <a:ext cx="279203" cy="61851"/>
            </a:xfrm>
            <a:custGeom>
              <a:avLst/>
              <a:gdLst/>
              <a:ahLst/>
              <a:cxnLst/>
              <a:rect l="l" t="t" r="r" b="b"/>
              <a:pathLst>
                <a:path w="2397" h="531" extrusionOk="0">
                  <a:moveTo>
                    <a:pt x="2396" y="1"/>
                  </a:moveTo>
                  <a:lnTo>
                    <a:pt x="0" y="445"/>
                  </a:lnTo>
                  <a:lnTo>
                    <a:pt x="0" y="530"/>
                  </a:lnTo>
                  <a:lnTo>
                    <a:pt x="2396" y="86"/>
                  </a:lnTo>
                  <a:lnTo>
                    <a:pt x="2396" y="1"/>
                  </a:ln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61"/>
            <p:cNvSpPr/>
            <p:nvPr/>
          </p:nvSpPr>
          <p:spPr>
            <a:xfrm flipH="1">
              <a:off x="1827276" y="3938749"/>
              <a:ext cx="279203" cy="64180"/>
            </a:xfrm>
            <a:custGeom>
              <a:avLst/>
              <a:gdLst/>
              <a:ahLst/>
              <a:cxnLst/>
              <a:rect l="l" t="t" r="r" b="b"/>
              <a:pathLst>
                <a:path w="2397" h="551" extrusionOk="0">
                  <a:moveTo>
                    <a:pt x="2396" y="1"/>
                  </a:moveTo>
                  <a:lnTo>
                    <a:pt x="0" y="445"/>
                  </a:lnTo>
                  <a:lnTo>
                    <a:pt x="0" y="551"/>
                  </a:lnTo>
                  <a:lnTo>
                    <a:pt x="2396" y="107"/>
                  </a:lnTo>
                  <a:lnTo>
                    <a:pt x="2396" y="1"/>
                  </a:ln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61"/>
            <p:cNvSpPr/>
            <p:nvPr/>
          </p:nvSpPr>
          <p:spPr>
            <a:xfrm flipH="1">
              <a:off x="1827276" y="3995240"/>
              <a:ext cx="279203" cy="63598"/>
            </a:xfrm>
            <a:custGeom>
              <a:avLst/>
              <a:gdLst/>
              <a:ahLst/>
              <a:cxnLst/>
              <a:rect l="l" t="t" r="r" b="b"/>
              <a:pathLst>
                <a:path w="2397" h="546" extrusionOk="0">
                  <a:moveTo>
                    <a:pt x="2396" y="0"/>
                  </a:moveTo>
                  <a:lnTo>
                    <a:pt x="0" y="444"/>
                  </a:lnTo>
                  <a:lnTo>
                    <a:pt x="0" y="545"/>
                  </a:lnTo>
                  <a:lnTo>
                    <a:pt x="2396" y="106"/>
                  </a:lnTo>
                  <a:lnTo>
                    <a:pt x="2396" y="0"/>
                  </a:ln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61"/>
            <p:cNvSpPr/>
            <p:nvPr/>
          </p:nvSpPr>
          <p:spPr>
            <a:xfrm flipH="1">
              <a:off x="1827276" y="4053944"/>
              <a:ext cx="279203" cy="61268"/>
            </a:xfrm>
            <a:custGeom>
              <a:avLst/>
              <a:gdLst/>
              <a:ahLst/>
              <a:cxnLst/>
              <a:rect l="l" t="t" r="r" b="b"/>
              <a:pathLst>
                <a:path w="2397" h="526" extrusionOk="0">
                  <a:moveTo>
                    <a:pt x="2396" y="1"/>
                  </a:moveTo>
                  <a:lnTo>
                    <a:pt x="0" y="445"/>
                  </a:lnTo>
                  <a:lnTo>
                    <a:pt x="0" y="525"/>
                  </a:lnTo>
                  <a:lnTo>
                    <a:pt x="2396" y="86"/>
                  </a:lnTo>
                  <a:lnTo>
                    <a:pt x="2396" y="1"/>
                  </a:ln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61"/>
            <p:cNvSpPr/>
            <p:nvPr/>
          </p:nvSpPr>
          <p:spPr>
            <a:xfrm flipH="1">
              <a:off x="1827276" y="4110318"/>
              <a:ext cx="279203" cy="63598"/>
            </a:xfrm>
            <a:custGeom>
              <a:avLst/>
              <a:gdLst/>
              <a:ahLst/>
              <a:cxnLst/>
              <a:rect l="l" t="t" r="r" b="b"/>
              <a:pathLst>
                <a:path w="2397" h="546" extrusionOk="0">
                  <a:moveTo>
                    <a:pt x="2396" y="1"/>
                  </a:moveTo>
                  <a:lnTo>
                    <a:pt x="0" y="440"/>
                  </a:lnTo>
                  <a:lnTo>
                    <a:pt x="0" y="546"/>
                  </a:lnTo>
                  <a:lnTo>
                    <a:pt x="2396" y="107"/>
                  </a:lnTo>
                  <a:lnTo>
                    <a:pt x="2396" y="1"/>
                  </a:ln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61"/>
            <p:cNvSpPr/>
            <p:nvPr/>
          </p:nvSpPr>
          <p:spPr>
            <a:xfrm flipH="1">
              <a:off x="2128725" y="3764851"/>
              <a:ext cx="10134" cy="12463"/>
            </a:xfrm>
            <a:custGeom>
              <a:avLst/>
              <a:gdLst/>
              <a:ahLst/>
              <a:cxnLst/>
              <a:rect l="l" t="t" r="r" b="b"/>
              <a:pathLst>
                <a:path w="87" h="107" extrusionOk="0">
                  <a:moveTo>
                    <a:pt x="46" y="1"/>
                  </a:moveTo>
                  <a:cubicBezTo>
                    <a:pt x="26" y="1"/>
                    <a:pt x="1" y="26"/>
                    <a:pt x="1" y="66"/>
                  </a:cubicBezTo>
                  <a:cubicBezTo>
                    <a:pt x="1" y="87"/>
                    <a:pt x="26" y="107"/>
                    <a:pt x="46" y="107"/>
                  </a:cubicBezTo>
                  <a:cubicBezTo>
                    <a:pt x="66" y="107"/>
                    <a:pt x="86" y="87"/>
                    <a:pt x="86" y="66"/>
                  </a:cubicBezTo>
                  <a:cubicBezTo>
                    <a:pt x="86" y="26"/>
                    <a:pt x="66" y="1"/>
                    <a:pt x="46" y="1"/>
                  </a:cubicBez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61"/>
            <p:cNvSpPr/>
            <p:nvPr/>
          </p:nvSpPr>
          <p:spPr>
            <a:xfrm flipH="1">
              <a:off x="2128725" y="3821342"/>
              <a:ext cx="10134" cy="12347"/>
            </a:xfrm>
            <a:custGeom>
              <a:avLst/>
              <a:gdLst/>
              <a:ahLst/>
              <a:cxnLst/>
              <a:rect l="l" t="t" r="r" b="b"/>
              <a:pathLst>
                <a:path w="87" h="106" extrusionOk="0">
                  <a:moveTo>
                    <a:pt x="46" y="0"/>
                  </a:moveTo>
                  <a:cubicBezTo>
                    <a:pt x="26" y="0"/>
                    <a:pt x="1" y="20"/>
                    <a:pt x="1" y="45"/>
                  </a:cubicBezTo>
                  <a:cubicBezTo>
                    <a:pt x="1" y="86"/>
                    <a:pt x="26" y="106"/>
                    <a:pt x="46" y="106"/>
                  </a:cubicBezTo>
                  <a:cubicBezTo>
                    <a:pt x="66" y="106"/>
                    <a:pt x="86" y="86"/>
                    <a:pt x="86" y="45"/>
                  </a:cubicBezTo>
                  <a:cubicBezTo>
                    <a:pt x="86" y="20"/>
                    <a:pt x="66" y="0"/>
                    <a:pt x="46" y="0"/>
                  </a:cubicBez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61"/>
            <p:cNvSpPr/>
            <p:nvPr/>
          </p:nvSpPr>
          <p:spPr>
            <a:xfrm flipH="1">
              <a:off x="2128725" y="3877716"/>
              <a:ext cx="10134" cy="10134"/>
            </a:xfrm>
            <a:custGeom>
              <a:avLst/>
              <a:gdLst/>
              <a:ahLst/>
              <a:cxnLst/>
              <a:rect l="l" t="t" r="r" b="b"/>
              <a:pathLst>
                <a:path w="87" h="87" extrusionOk="0">
                  <a:moveTo>
                    <a:pt x="46" y="0"/>
                  </a:moveTo>
                  <a:cubicBezTo>
                    <a:pt x="26" y="0"/>
                    <a:pt x="1" y="21"/>
                    <a:pt x="1" y="41"/>
                  </a:cubicBezTo>
                  <a:cubicBezTo>
                    <a:pt x="1" y="66"/>
                    <a:pt x="26" y="86"/>
                    <a:pt x="46" y="86"/>
                  </a:cubicBezTo>
                  <a:cubicBezTo>
                    <a:pt x="66" y="86"/>
                    <a:pt x="86" y="66"/>
                    <a:pt x="86" y="41"/>
                  </a:cubicBezTo>
                  <a:cubicBezTo>
                    <a:pt x="86" y="21"/>
                    <a:pt x="66" y="0"/>
                    <a:pt x="46" y="0"/>
                  </a:cubicBez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61"/>
            <p:cNvSpPr/>
            <p:nvPr/>
          </p:nvSpPr>
          <p:spPr>
            <a:xfrm flipH="1">
              <a:off x="2128725" y="3931761"/>
              <a:ext cx="10134" cy="12463"/>
            </a:xfrm>
            <a:custGeom>
              <a:avLst/>
              <a:gdLst/>
              <a:ahLst/>
              <a:cxnLst/>
              <a:rect l="l" t="t" r="r" b="b"/>
              <a:pathLst>
                <a:path w="87" h="107" extrusionOk="0">
                  <a:moveTo>
                    <a:pt x="46" y="0"/>
                  </a:moveTo>
                  <a:cubicBezTo>
                    <a:pt x="26" y="0"/>
                    <a:pt x="1" y="21"/>
                    <a:pt x="1" y="61"/>
                  </a:cubicBezTo>
                  <a:cubicBezTo>
                    <a:pt x="1" y="81"/>
                    <a:pt x="26" y="106"/>
                    <a:pt x="46" y="106"/>
                  </a:cubicBezTo>
                  <a:cubicBezTo>
                    <a:pt x="66" y="106"/>
                    <a:pt x="86" y="81"/>
                    <a:pt x="86" y="61"/>
                  </a:cubicBezTo>
                  <a:cubicBezTo>
                    <a:pt x="86" y="21"/>
                    <a:pt x="66" y="0"/>
                    <a:pt x="46" y="0"/>
                  </a:cubicBez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61"/>
            <p:cNvSpPr/>
            <p:nvPr/>
          </p:nvSpPr>
          <p:spPr>
            <a:xfrm flipH="1">
              <a:off x="2128725" y="3988135"/>
              <a:ext cx="10134" cy="11881"/>
            </a:xfrm>
            <a:custGeom>
              <a:avLst/>
              <a:gdLst/>
              <a:ahLst/>
              <a:cxnLst/>
              <a:rect l="l" t="t" r="r" b="b"/>
              <a:pathLst>
                <a:path w="87" h="102" extrusionOk="0">
                  <a:moveTo>
                    <a:pt x="46" y="1"/>
                  </a:moveTo>
                  <a:cubicBezTo>
                    <a:pt x="26" y="1"/>
                    <a:pt x="1" y="21"/>
                    <a:pt x="1" y="41"/>
                  </a:cubicBezTo>
                  <a:cubicBezTo>
                    <a:pt x="1" y="81"/>
                    <a:pt x="26" y="102"/>
                    <a:pt x="46" y="102"/>
                  </a:cubicBezTo>
                  <a:cubicBezTo>
                    <a:pt x="66" y="102"/>
                    <a:pt x="86" y="81"/>
                    <a:pt x="86" y="41"/>
                  </a:cubicBezTo>
                  <a:cubicBezTo>
                    <a:pt x="86" y="21"/>
                    <a:pt x="66" y="1"/>
                    <a:pt x="46" y="1"/>
                  </a:cubicBez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61"/>
            <p:cNvSpPr/>
            <p:nvPr/>
          </p:nvSpPr>
          <p:spPr>
            <a:xfrm flipH="1">
              <a:off x="2128725" y="4043927"/>
              <a:ext cx="10134" cy="10134"/>
            </a:xfrm>
            <a:custGeom>
              <a:avLst/>
              <a:gdLst/>
              <a:ahLst/>
              <a:cxnLst/>
              <a:rect l="l" t="t" r="r" b="b"/>
              <a:pathLst>
                <a:path w="87" h="87" extrusionOk="0">
                  <a:moveTo>
                    <a:pt x="46" y="1"/>
                  </a:moveTo>
                  <a:cubicBezTo>
                    <a:pt x="26" y="1"/>
                    <a:pt x="1" y="26"/>
                    <a:pt x="1" y="46"/>
                  </a:cubicBezTo>
                  <a:cubicBezTo>
                    <a:pt x="1" y="66"/>
                    <a:pt x="26" y="87"/>
                    <a:pt x="46" y="87"/>
                  </a:cubicBezTo>
                  <a:cubicBezTo>
                    <a:pt x="66" y="87"/>
                    <a:pt x="86" y="66"/>
                    <a:pt x="86" y="46"/>
                  </a:cubicBezTo>
                  <a:cubicBezTo>
                    <a:pt x="86" y="26"/>
                    <a:pt x="66" y="1"/>
                    <a:pt x="46" y="1"/>
                  </a:cubicBez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61"/>
            <p:cNvSpPr/>
            <p:nvPr/>
          </p:nvSpPr>
          <p:spPr>
            <a:xfrm flipH="1">
              <a:off x="2128725" y="4098088"/>
              <a:ext cx="10134" cy="12347"/>
            </a:xfrm>
            <a:custGeom>
              <a:avLst/>
              <a:gdLst/>
              <a:ahLst/>
              <a:cxnLst/>
              <a:rect l="l" t="t" r="r" b="b"/>
              <a:pathLst>
                <a:path w="87" h="106" extrusionOk="0">
                  <a:moveTo>
                    <a:pt x="46" y="0"/>
                  </a:moveTo>
                  <a:cubicBezTo>
                    <a:pt x="26" y="0"/>
                    <a:pt x="1" y="20"/>
                    <a:pt x="1" y="66"/>
                  </a:cubicBezTo>
                  <a:cubicBezTo>
                    <a:pt x="1" y="86"/>
                    <a:pt x="26" y="106"/>
                    <a:pt x="46" y="106"/>
                  </a:cubicBezTo>
                  <a:cubicBezTo>
                    <a:pt x="66" y="106"/>
                    <a:pt x="86" y="86"/>
                    <a:pt x="86" y="66"/>
                  </a:cubicBezTo>
                  <a:cubicBezTo>
                    <a:pt x="86" y="20"/>
                    <a:pt x="66" y="0"/>
                    <a:pt x="46" y="0"/>
                  </a:cubicBez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61"/>
            <p:cNvSpPr/>
            <p:nvPr/>
          </p:nvSpPr>
          <p:spPr>
            <a:xfrm flipH="1">
              <a:off x="2128725" y="4154463"/>
              <a:ext cx="10134" cy="12463"/>
            </a:xfrm>
            <a:custGeom>
              <a:avLst/>
              <a:gdLst/>
              <a:ahLst/>
              <a:cxnLst/>
              <a:rect l="l" t="t" r="r" b="b"/>
              <a:pathLst>
                <a:path w="87" h="107" extrusionOk="0">
                  <a:moveTo>
                    <a:pt x="46" y="0"/>
                  </a:moveTo>
                  <a:cubicBezTo>
                    <a:pt x="26" y="0"/>
                    <a:pt x="1" y="20"/>
                    <a:pt x="1" y="41"/>
                  </a:cubicBezTo>
                  <a:cubicBezTo>
                    <a:pt x="1" y="86"/>
                    <a:pt x="26" y="106"/>
                    <a:pt x="46" y="106"/>
                  </a:cubicBezTo>
                  <a:cubicBezTo>
                    <a:pt x="66" y="106"/>
                    <a:pt x="86" y="86"/>
                    <a:pt x="86" y="41"/>
                  </a:cubicBezTo>
                  <a:cubicBezTo>
                    <a:pt x="86" y="20"/>
                    <a:pt x="66" y="0"/>
                    <a:pt x="46" y="0"/>
                  </a:cubicBezTo>
                  <a:close/>
                </a:path>
              </a:pathLst>
            </a:custGeom>
            <a:gradFill>
              <a:gsLst>
                <a:gs pos="0">
                  <a:schemeClr val="accent6"/>
                </a:gs>
                <a:gs pos="50000">
                  <a:srgbClr val="4CEEFD">
                    <a:alpha val="37647"/>
                  </a:srgbClr>
                </a:gs>
                <a:gs pos="100000">
                  <a:srgbClr val="4CEEFD">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3" name="Google Shape;2753;p61"/>
          <p:cNvGrpSpPr/>
          <p:nvPr/>
        </p:nvGrpSpPr>
        <p:grpSpPr>
          <a:xfrm>
            <a:off x="1573875" y="635025"/>
            <a:ext cx="2353800" cy="2190300"/>
            <a:chOff x="1573875" y="635025"/>
            <a:chExt cx="2353800" cy="2190300"/>
          </a:xfrm>
        </p:grpSpPr>
        <p:sp>
          <p:nvSpPr>
            <p:cNvPr id="2754" name="Google Shape;2754;p61"/>
            <p:cNvSpPr/>
            <p:nvPr/>
          </p:nvSpPr>
          <p:spPr>
            <a:xfrm flipH="1">
              <a:off x="1793828" y="933812"/>
              <a:ext cx="19622" cy="101400"/>
            </a:xfrm>
            <a:custGeom>
              <a:avLst/>
              <a:gdLst/>
              <a:ahLst/>
              <a:cxnLst/>
              <a:rect l="l" t="t" r="r" b="b"/>
              <a:pathLst>
                <a:path w="167" h="863" extrusionOk="0">
                  <a:moveTo>
                    <a:pt x="86" y="0"/>
                  </a:moveTo>
                  <a:cubicBezTo>
                    <a:pt x="41" y="0"/>
                    <a:pt x="0" y="41"/>
                    <a:pt x="0" y="86"/>
                  </a:cubicBezTo>
                  <a:lnTo>
                    <a:pt x="0" y="777"/>
                  </a:lnTo>
                  <a:cubicBezTo>
                    <a:pt x="0" y="822"/>
                    <a:pt x="41" y="863"/>
                    <a:pt x="86" y="863"/>
                  </a:cubicBezTo>
                  <a:cubicBezTo>
                    <a:pt x="127" y="863"/>
                    <a:pt x="167" y="822"/>
                    <a:pt x="167" y="777"/>
                  </a:cubicBezTo>
                  <a:lnTo>
                    <a:pt x="167" y="86"/>
                  </a:lnTo>
                  <a:cubicBezTo>
                    <a:pt x="167" y="41"/>
                    <a:pt x="127" y="0"/>
                    <a:pt x="86"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61"/>
            <p:cNvSpPr/>
            <p:nvPr/>
          </p:nvSpPr>
          <p:spPr>
            <a:xfrm flipH="1">
              <a:off x="1754115" y="975875"/>
              <a:ext cx="101398" cy="19622"/>
            </a:xfrm>
            <a:custGeom>
              <a:avLst/>
              <a:gdLst/>
              <a:ahLst/>
              <a:cxnLst/>
              <a:rect l="l" t="t" r="r" b="b"/>
              <a:pathLst>
                <a:path w="863" h="167" extrusionOk="0">
                  <a:moveTo>
                    <a:pt x="86" y="0"/>
                  </a:moveTo>
                  <a:cubicBezTo>
                    <a:pt x="41" y="0"/>
                    <a:pt x="0" y="20"/>
                    <a:pt x="0" y="86"/>
                  </a:cubicBezTo>
                  <a:cubicBezTo>
                    <a:pt x="0" y="126"/>
                    <a:pt x="41" y="167"/>
                    <a:pt x="86" y="167"/>
                  </a:cubicBezTo>
                  <a:lnTo>
                    <a:pt x="777" y="167"/>
                  </a:lnTo>
                  <a:cubicBezTo>
                    <a:pt x="823" y="167"/>
                    <a:pt x="863" y="126"/>
                    <a:pt x="863" y="86"/>
                  </a:cubicBezTo>
                  <a:cubicBezTo>
                    <a:pt x="863" y="20"/>
                    <a:pt x="823" y="0"/>
                    <a:pt x="77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61"/>
            <p:cNvSpPr/>
            <p:nvPr/>
          </p:nvSpPr>
          <p:spPr>
            <a:xfrm flipH="1">
              <a:off x="1667520" y="2038021"/>
              <a:ext cx="20327" cy="100813"/>
            </a:xfrm>
            <a:custGeom>
              <a:avLst/>
              <a:gdLst/>
              <a:ahLst/>
              <a:cxnLst/>
              <a:rect l="l" t="t" r="r" b="b"/>
              <a:pathLst>
                <a:path w="173" h="858" extrusionOk="0">
                  <a:moveTo>
                    <a:pt x="87" y="0"/>
                  </a:moveTo>
                  <a:cubicBezTo>
                    <a:pt x="46" y="0"/>
                    <a:pt x="1" y="40"/>
                    <a:pt x="1" y="81"/>
                  </a:cubicBezTo>
                  <a:lnTo>
                    <a:pt x="1" y="777"/>
                  </a:lnTo>
                  <a:cubicBezTo>
                    <a:pt x="1" y="817"/>
                    <a:pt x="46" y="858"/>
                    <a:pt x="87" y="858"/>
                  </a:cubicBezTo>
                  <a:cubicBezTo>
                    <a:pt x="152" y="858"/>
                    <a:pt x="172" y="817"/>
                    <a:pt x="172" y="777"/>
                  </a:cubicBezTo>
                  <a:lnTo>
                    <a:pt x="172" y="81"/>
                  </a:lnTo>
                  <a:cubicBezTo>
                    <a:pt x="172" y="40"/>
                    <a:pt x="152" y="0"/>
                    <a:pt x="8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61"/>
            <p:cNvSpPr/>
            <p:nvPr/>
          </p:nvSpPr>
          <p:spPr>
            <a:xfrm flipH="1">
              <a:off x="1625457" y="2079496"/>
              <a:ext cx="101516" cy="20210"/>
            </a:xfrm>
            <a:custGeom>
              <a:avLst/>
              <a:gdLst/>
              <a:ahLst/>
              <a:cxnLst/>
              <a:rect l="l" t="t" r="r" b="b"/>
              <a:pathLst>
                <a:path w="864" h="172" extrusionOk="0">
                  <a:moveTo>
                    <a:pt x="82" y="0"/>
                  </a:moveTo>
                  <a:cubicBezTo>
                    <a:pt x="41" y="0"/>
                    <a:pt x="1" y="46"/>
                    <a:pt x="1" y="86"/>
                  </a:cubicBezTo>
                  <a:cubicBezTo>
                    <a:pt x="1" y="126"/>
                    <a:pt x="41" y="172"/>
                    <a:pt x="82" y="172"/>
                  </a:cubicBezTo>
                  <a:lnTo>
                    <a:pt x="778" y="172"/>
                  </a:lnTo>
                  <a:cubicBezTo>
                    <a:pt x="818" y="172"/>
                    <a:pt x="864" y="126"/>
                    <a:pt x="864" y="86"/>
                  </a:cubicBezTo>
                  <a:cubicBezTo>
                    <a:pt x="864" y="46"/>
                    <a:pt x="818" y="0"/>
                    <a:pt x="778"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61"/>
            <p:cNvSpPr/>
            <p:nvPr/>
          </p:nvSpPr>
          <p:spPr>
            <a:xfrm flipH="1">
              <a:off x="3865872" y="1538906"/>
              <a:ext cx="19739" cy="101518"/>
            </a:xfrm>
            <a:custGeom>
              <a:avLst/>
              <a:gdLst/>
              <a:ahLst/>
              <a:cxnLst/>
              <a:rect l="l" t="t" r="r" b="b"/>
              <a:pathLst>
                <a:path w="168" h="864" extrusionOk="0">
                  <a:moveTo>
                    <a:pt x="87" y="1"/>
                  </a:moveTo>
                  <a:cubicBezTo>
                    <a:pt x="41" y="1"/>
                    <a:pt x="1" y="21"/>
                    <a:pt x="1" y="86"/>
                  </a:cubicBezTo>
                  <a:lnTo>
                    <a:pt x="1" y="777"/>
                  </a:lnTo>
                  <a:cubicBezTo>
                    <a:pt x="1" y="818"/>
                    <a:pt x="41" y="863"/>
                    <a:pt x="87" y="863"/>
                  </a:cubicBezTo>
                  <a:cubicBezTo>
                    <a:pt x="127" y="863"/>
                    <a:pt x="167" y="818"/>
                    <a:pt x="167" y="777"/>
                  </a:cubicBezTo>
                  <a:lnTo>
                    <a:pt x="167" y="86"/>
                  </a:lnTo>
                  <a:cubicBezTo>
                    <a:pt x="167" y="21"/>
                    <a:pt x="127" y="1"/>
                    <a:pt x="87"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61"/>
            <p:cNvSpPr/>
            <p:nvPr/>
          </p:nvSpPr>
          <p:spPr>
            <a:xfrm flipH="1">
              <a:off x="3826159" y="1578619"/>
              <a:ext cx="101516" cy="19740"/>
            </a:xfrm>
            <a:custGeom>
              <a:avLst/>
              <a:gdLst/>
              <a:ahLst/>
              <a:cxnLst/>
              <a:rect l="l" t="t" r="r" b="b"/>
              <a:pathLst>
                <a:path w="864" h="168" extrusionOk="0">
                  <a:moveTo>
                    <a:pt x="87" y="1"/>
                  </a:moveTo>
                  <a:cubicBezTo>
                    <a:pt x="46" y="1"/>
                    <a:pt x="1" y="41"/>
                    <a:pt x="1" y="81"/>
                  </a:cubicBezTo>
                  <a:cubicBezTo>
                    <a:pt x="1" y="127"/>
                    <a:pt x="46" y="167"/>
                    <a:pt x="87" y="167"/>
                  </a:cubicBezTo>
                  <a:lnTo>
                    <a:pt x="778" y="167"/>
                  </a:lnTo>
                  <a:cubicBezTo>
                    <a:pt x="843" y="167"/>
                    <a:pt x="863" y="127"/>
                    <a:pt x="863" y="81"/>
                  </a:cubicBezTo>
                  <a:cubicBezTo>
                    <a:pt x="863" y="41"/>
                    <a:pt x="843" y="1"/>
                    <a:pt x="778"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61"/>
            <p:cNvSpPr/>
            <p:nvPr/>
          </p:nvSpPr>
          <p:spPr>
            <a:xfrm flipH="1">
              <a:off x="3354412" y="635025"/>
              <a:ext cx="19622" cy="84363"/>
            </a:xfrm>
            <a:custGeom>
              <a:avLst/>
              <a:gdLst/>
              <a:ahLst/>
              <a:cxnLst/>
              <a:rect l="l" t="t" r="r" b="b"/>
              <a:pathLst>
                <a:path w="167" h="718" extrusionOk="0">
                  <a:moveTo>
                    <a:pt x="81" y="1"/>
                  </a:moveTo>
                  <a:cubicBezTo>
                    <a:pt x="41" y="1"/>
                    <a:pt x="0" y="21"/>
                    <a:pt x="0" y="86"/>
                  </a:cubicBezTo>
                  <a:lnTo>
                    <a:pt x="0" y="631"/>
                  </a:lnTo>
                  <a:cubicBezTo>
                    <a:pt x="0" y="692"/>
                    <a:pt x="41" y="717"/>
                    <a:pt x="81" y="717"/>
                  </a:cubicBezTo>
                  <a:cubicBezTo>
                    <a:pt x="126" y="717"/>
                    <a:pt x="167" y="692"/>
                    <a:pt x="167" y="631"/>
                  </a:cubicBezTo>
                  <a:lnTo>
                    <a:pt x="167" y="86"/>
                  </a:lnTo>
                  <a:cubicBezTo>
                    <a:pt x="167" y="21"/>
                    <a:pt x="126" y="1"/>
                    <a:pt x="81"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61"/>
            <p:cNvSpPr/>
            <p:nvPr/>
          </p:nvSpPr>
          <p:spPr>
            <a:xfrm flipH="1">
              <a:off x="3322336" y="667101"/>
              <a:ext cx="86711" cy="19622"/>
            </a:xfrm>
            <a:custGeom>
              <a:avLst/>
              <a:gdLst/>
              <a:ahLst/>
              <a:cxnLst/>
              <a:rect l="l" t="t" r="r" b="b"/>
              <a:pathLst>
                <a:path w="738" h="167" extrusionOk="0">
                  <a:moveTo>
                    <a:pt x="86" y="0"/>
                  </a:moveTo>
                  <a:cubicBezTo>
                    <a:pt x="46" y="0"/>
                    <a:pt x="1" y="41"/>
                    <a:pt x="1" y="86"/>
                  </a:cubicBezTo>
                  <a:cubicBezTo>
                    <a:pt x="1" y="126"/>
                    <a:pt x="46" y="167"/>
                    <a:pt x="86" y="167"/>
                  </a:cubicBezTo>
                  <a:lnTo>
                    <a:pt x="651" y="167"/>
                  </a:lnTo>
                  <a:cubicBezTo>
                    <a:pt x="697" y="167"/>
                    <a:pt x="737" y="126"/>
                    <a:pt x="737" y="86"/>
                  </a:cubicBezTo>
                  <a:cubicBezTo>
                    <a:pt x="737" y="41"/>
                    <a:pt x="697" y="0"/>
                    <a:pt x="651"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61"/>
            <p:cNvSpPr/>
            <p:nvPr/>
          </p:nvSpPr>
          <p:spPr>
            <a:xfrm flipH="1">
              <a:off x="3415980" y="1375942"/>
              <a:ext cx="27376" cy="27377"/>
            </a:xfrm>
            <a:custGeom>
              <a:avLst/>
              <a:gdLst/>
              <a:ahLst/>
              <a:cxnLst/>
              <a:rect l="l" t="t" r="r" b="b"/>
              <a:pathLst>
                <a:path w="233" h="233" extrusionOk="0">
                  <a:moveTo>
                    <a:pt x="126" y="0"/>
                  </a:moveTo>
                  <a:cubicBezTo>
                    <a:pt x="61" y="0"/>
                    <a:pt x="0" y="41"/>
                    <a:pt x="0" y="106"/>
                  </a:cubicBezTo>
                  <a:cubicBezTo>
                    <a:pt x="0" y="167"/>
                    <a:pt x="61" y="232"/>
                    <a:pt x="126" y="232"/>
                  </a:cubicBezTo>
                  <a:cubicBezTo>
                    <a:pt x="187" y="232"/>
                    <a:pt x="232" y="167"/>
                    <a:pt x="232" y="106"/>
                  </a:cubicBezTo>
                  <a:cubicBezTo>
                    <a:pt x="232" y="41"/>
                    <a:pt x="187" y="0"/>
                    <a:pt x="126"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61"/>
            <p:cNvSpPr/>
            <p:nvPr/>
          </p:nvSpPr>
          <p:spPr>
            <a:xfrm flipH="1">
              <a:off x="1702533" y="1697171"/>
              <a:ext cx="26789" cy="26789"/>
            </a:xfrm>
            <a:custGeom>
              <a:avLst/>
              <a:gdLst/>
              <a:ahLst/>
              <a:cxnLst/>
              <a:rect l="l" t="t" r="r" b="b"/>
              <a:pathLst>
                <a:path w="228" h="228" extrusionOk="0">
                  <a:moveTo>
                    <a:pt x="102" y="0"/>
                  </a:moveTo>
                  <a:cubicBezTo>
                    <a:pt x="41" y="0"/>
                    <a:pt x="1" y="61"/>
                    <a:pt x="1" y="127"/>
                  </a:cubicBezTo>
                  <a:cubicBezTo>
                    <a:pt x="1" y="187"/>
                    <a:pt x="41" y="227"/>
                    <a:pt x="102" y="227"/>
                  </a:cubicBezTo>
                  <a:cubicBezTo>
                    <a:pt x="187" y="227"/>
                    <a:pt x="228" y="187"/>
                    <a:pt x="228" y="127"/>
                  </a:cubicBezTo>
                  <a:cubicBezTo>
                    <a:pt x="228" y="61"/>
                    <a:pt x="187" y="0"/>
                    <a:pt x="102"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61"/>
            <p:cNvSpPr/>
            <p:nvPr/>
          </p:nvSpPr>
          <p:spPr>
            <a:xfrm flipH="1">
              <a:off x="1988754" y="699059"/>
              <a:ext cx="27376" cy="27377"/>
            </a:xfrm>
            <a:custGeom>
              <a:avLst/>
              <a:gdLst/>
              <a:ahLst/>
              <a:cxnLst/>
              <a:rect l="l" t="t" r="r" b="b"/>
              <a:pathLst>
                <a:path w="233" h="233" extrusionOk="0">
                  <a:moveTo>
                    <a:pt x="106" y="1"/>
                  </a:moveTo>
                  <a:cubicBezTo>
                    <a:pt x="46" y="1"/>
                    <a:pt x="0" y="66"/>
                    <a:pt x="0" y="127"/>
                  </a:cubicBezTo>
                  <a:cubicBezTo>
                    <a:pt x="0" y="192"/>
                    <a:pt x="46" y="233"/>
                    <a:pt x="106" y="233"/>
                  </a:cubicBezTo>
                  <a:cubicBezTo>
                    <a:pt x="192" y="233"/>
                    <a:pt x="232" y="192"/>
                    <a:pt x="232" y="127"/>
                  </a:cubicBezTo>
                  <a:cubicBezTo>
                    <a:pt x="232" y="66"/>
                    <a:pt x="192" y="1"/>
                    <a:pt x="106"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61"/>
            <p:cNvSpPr/>
            <p:nvPr/>
          </p:nvSpPr>
          <p:spPr>
            <a:xfrm flipH="1">
              <a:off x="1880305" y="1400851"/>
              <a:ext cx="26789" cy="26789"/>
            </a:xfrm>
            <a:custGeom>
              <a:avLst/>
              <a:gdLst/>
              <a:ahLst/>
              <a:cxnLst/>
              <a:rect l="l" t="t" r="r" b="b"/>
              <a:pathLst>
                <a:path w="228" h="228" extrusionOk="0">
                  <a:moveTo>
                    <a:pt x="101" y="0"/>
                  </a:moveTo>
                  <a:cubicBezTo>
                    <a:pt x="41" y="0"/>
                    <a:pt x="0" y="61"/>
                    <a:pt x="0" y="126"/>
                  </a:cubicBezTo>
                  <a:cubicBezTo>
                    <a:pt x="0" y="187"/>
                    <a:pt x="41" y="227"/>
                    <a:pt x="101" y="227"/>
                  </a:cubicBezTo>
                  <a:cubicBezTo>
                    <a:pt x="187" y="227"/>
                    <a:pt x="227" y="187"/>
                    <a:pt x="227" y="126"/>
                  </a:cubicBezTo>
                  <a:cubicBezTo>
                    <a:pt x="227" y="61"/>
                    <a:pt x="187" y="0"/>
                    <a:pt x="101"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61"/>
            <p:cNvSpPr/>
            <p:nvPr/>
          </p:nvSpPr>
          <p:spPr>
            <a:xfrm flipH="1">
              <a:off x="3742031" y="2097238"/>
              <a:ext cx="27376" cy="26789"/>
            </a:xfrm>
            <a:custGeom>
              <a:avLst/>
              <a:gdLst/>
              <a:ahLst/>
              <a:cxnLst/>
              <a:rect l="l" t="t" r="r" b="b"/>
              <a:pathLst>
                <a:path w="233" h="228" extrusionOk="0">
                  <a:moveTo>
                    <a:pt x="127" y="0"/>
                  </a:moveTo>
                  <a:cubicBezTo>
                    <a:pt x="61" y="0"/>
                    <a:pt x="1" y="41"/>
                    <a:pt x="1" y="101"/>
                  </a:cubicBezTo>
                  <a:cubicBezTo>
                    <a:pt x="1" y="167"/>
                    <a:pt x="61" y="227"/>
                    <a:pt x="127" y="227"/>
                  </a:cubicBezTo>
                  <a:cubicBezTo>
                    <a:pt x="187" y="227"/>
                    <a:pt x="233" y="167"/>
                    <a:pt x="233" y="101"/>
                  </a:cubicBezTo>
                  <a:cubicBezTo>
                    <a:pt x="233" y="41"/>
                    <a:pt x="187" y="0"/>
                    <a:pt x="12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61"/>
            <p:cNvSpPr/>
            <p:nvPr/>
          </p:nvSpPr>
          <p:spPr>
            <a:xfrm flipH="1">
              <a:off x="1573875" y="1321425"/>
              <a:ext cx="46998" cy="46882"/>
            </a:xfrm>
            <a:custGeom>
              <a:avLst/>
              <a:gdLst/>
              <a:ahLst/>
              <a:cxnLst/>
              <a:rect l="l" t="t" r="r" b="b"/>
              <a:pathLst>
                <a:path w="400" h="399" extrusionOk="0">
                  <a:moveTo>
                    <a:pt x="188" y="0"/>
                  </a:moveTo>
                  <a:cubicBezTo>
                    <a:pt x="87" y="0"/>
                    <a:pt x="1" y="86"/>
                    <a:pt x="1" y="192"/>
                  </a:cubicBezTo>
                  <a:cubicBezTo>
                    <a:pt x="1" y="318"/>
                    <a:pt x="87" y="399"/>
                    <a:pt x="188" y="399"/>
                  </a:cubicBezTo>
                  <a:cubicBezTo>
                    <a:pt x="314" y="399"/>
                    <a:pt x="399" y="318"/>
                    <a:pt x="399" y="192"/>
                  </a:cubicBezTo>
                  <a:cubicBezTo>
                    <a:pt x="399" y="86"/>
                    <a:pt x="314" y="0"/>
                    <a:pt x="188"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61"/>
            <p:cNvSpPr/>
            <p:nvPr/>
          </p:nvSpPr>
          <p:spPr>
            <a:xfrm flipH="1">
              <a:off x="3697501" y="1025105"/>
              <a:ext cx="46998" cy="46882"/>
            </a:xfrm>
            <a:custGeom>
              <a:avLst/>
              <a:gdLst/>
              <a:ahLst/>
              <a:cxnLst/>
              <a:rect l="l" t="t" r="r" b="b"/>
              <a:pathLst>
                <a:path w="400" h="399" extrusionOk="0">
                  <a:moveTo>
                    <a:pt x="187" y="0"/>
                  </a:moveTo>
                  <a:cubicBezTo>
                    <a:pt x="81" y="0"/>
                    <a:pt x="1" y="86"/>
                    <a:pt x="1" y="192"/>
                  </a:cubicBezTo>
                  <a:cubicBezTo>
                    <a:pt x="1" y="318"/>
                    <a:pt x="81" y="399"/>
                    <a:pt x="187" y="399"/>
                  </a:cubicBezTo>
                  <a:cubicBezTo>
                    <a:pt x="313" y="399"/>
                    <a:pt x="399" y="318"/>
                    <a:pt x="399" y="192"/>
                  </a:cubicBezTo>
                  <a:cubicBezTo>
                    <a:pt x="399" y="86"/>
                    <a:pt x="313" y="0"/>
                    <a:pt x="18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61"/>
            <p:cNvSpPr/>
            <p:nvPr/>
          </p:nvSpPr>
          <p:spPr>
            <a:xfrm rot="10800000" flipH="1">
              <a:off x="2769281" y="2151242"/>
              <a:ext cx="117" cy="652111"/>
            </a:xfrm>
            <a:custGeom>
              <a:avLst/>
              <a:gdLst/>
              <a:ahLst/>
              <a:cxnLst/>
              <a:rect l="l" t="t" r="r" b="b"/>
              <a:pathLst>
                <a:path w="1" h="5550" extrusionOk="0">
                  <a:moveTo>
                    <a:pt x="1" y="0"/>
                  </a:moveTo>
                  <a:lnTo>
                    <a:pt x="1" y="5549"/>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61"/>
            <p:cNvSpPr/>
            <p:nvPr/>
          </p:nvSpPr>
          <p:spPr>
            <a:xfrm rot="10800000" flipH="1">
              <a:off x="2763993" y="2151242"/>
              <a:ext cx="10222" cy="652111"/>
            </a:xfrm>
            <a:custGeom>
              <a:avLst/>
              <a:gdLst/>
              <a:ahLst/>
              <a:cxnLst/>
              <a:rect l="l" t="t" r="r" b="b"/>
              <a:pathLst>
                <a:path w="87" h="5550" extrusionOk="0">
                  <a:moveTo>
                    <a:pt x="0" y="0"/>
                  </a:moveTo>
                  <a:lnTo>
                    <a:pt x="0" y="5549"/>
                  </a:lnTo>
                  <a:lnTo>
                    <a:pt x="86" y="5549"/>
                  </a:lnTo>
                  <a:lnTo>
                    <a:pt x="86" y="0"/>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61"/>
            <p:cNvSpPr/>
            <p:nvPr/>
          </p:nvSpPr>
          <p:spPr>
            <a:xfrm rot="10800000" flipH="1">
              <a:off x="2860575" y="2138788"/>
              <a:ext cx="117" cy="652111"/>
            </a:xfrm>
            <a:custGeom>
              <a:avLst/>
              <a:gdLst/>
              <a:ahLst/>
              <a:cxnLst/>
              <a:rect l="l" t="t" r="r" b="b"/>
              <a:pathLst>
                <a:path w="1" h="5550" extrusionOk="0">
                  <a:moveTo>
                    <a:pt x="1" y="0"/>
                  </a:moveTo>
                  <a:lnTo>
                    <a:pt x="1" y="5549"/>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61"/>
            <p:cNvSpPr/>
            <p:nvPr/>
          </p:nvSpPr>
          <p:spPr>
            <a:xfrm rot="10800000" flipH="1">
              <a:off x="2855288" y="2138788"/>
              <a:ext cx="12572" cy="652111"/>
            </a:xfrm>
            <a:custGeom>
              <a:avLst/>
              <a:gdLst/>
              <a:ahLst/>
              <a:cxnLst/>
              <a:rect l="l" t="t" r="r" b="b"/>
              <a:pathLst>
                <a:path w="107" h="5550" extrusionOk="0">
                  <a:moveTo>
                    <a:pt x="0" y="0"/>
                  </a:moveTo>
                  <a:lnTo>
                    <a:pt x="0" y="5549"/>
                  </a:lnTo>
                  <a:lnTo>
                    <a:pt x="106" y="5549"/>
                  </a:lnTo>
                  <a:lnTo>
                    <a:pt x="106" y="0"/>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61"/>
            <p:cNvSpPr/>
            <p:nvPr/>
          </p:nvSpPr>
          <p:spPr>
            <a:xfrm rot="10800000" flipH="1">
              <a:off x="2687503" y="2173214"/>
              <a:ext cx="117" cy="652111"/>
            </a:xfrm>
            <a:custGeom>
              <a:avLst/>
              <a:gdLst/>
              <a:ahLst/>
              <a:cxnLst/>
              <a:rect l="l" t="t" r="r" b="b"/>
              <a:pathLst>
                <a:path w="1" h="5550" extrusionOk="0">
                  <a:moveTo>
                    <a:pt x="1" y="1"/>
                  </a:moveTo>
                  <a:lnTo>
                    <a:pt x="1" y="5550"/>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61"/>
            <p:cNvSpPr/>
            <p:nvPr/>
          </p:nvSpPr>
          <p:spPr>
            <a:xfrm rot="10800000" flipH="1">
              <a:off x="2682803" y="2173214"/>
              <a:ext cx="9635" cy="652111"/>
            </a:xfrm>
            <a:custGeom>
              <a:avLst/>
              <a:gdLst/>
              <a:ahLst/>
              <a:cxnLst/>
              <a:rect l="l" t="t" r="r" b="b"/>
              <a:pathLst>
                <a:path w="82" h="5550" extrusionOk="0">
                  <a:moveTo>
                    <a:pt x="0" y="1"/>
                  </a:moveTo>
                  <a:lnTo>
                    <a:pt x="0" y="5550"/>
                  </a:lnTo>
                  <a:lnTo>
                    <a:pt x="81" y="5550"/>
                  </a:lnTo>
                  <a:lnTo>
                    <a:pt x="81" y="1"/>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61"/>
            <p:cNvSpPr/>
            <p:nvPr/>
          </p:nvSpPr>
          <p:spPr>
            <a:xfrm flipH="1">
              <a:off x="2464204" y="1269563"/>
              <a:ext cx="607567" cy="234878"/>
            </a:xfrm>
            <a:custGeom>
              <a:avLst/>
              <a:gdLst/>
              <a:ahLst/>
              <a:cxnLst/>
              <a:rect l="l" t="t" r="r" b="b"/>
              <a:pathLst>
                <a:path w="5171" h="1999" extrusionOk="0">
                  <a:moveTo>
                    <a:pt x="41" y="319"/>
                  </a:moveTo>
                  <a:cubicBezTo>
                    <a:pt x="41" y="327"/>
                    <a:pt x="41" y="332"/>
                    <a:pt x="38" y="335"/>
                  </a:cubicBezTo>
                  <a:lnTo>
                    <a:pt x="38" y="335"/>
                  </a:lnTo>
                  <a:lnTo>
                    <a:pt x="191" y="319"/>
                  </a:lnTo>
                  <a:close/>
                  <a:moveTo>
                    <a:pt x="38" y="335"/>
                  </a:moveTo>
                  <a:lnTo>
                    <a:pt x="0" y="339"/>
                  </a:lnTo>
                  <a:cubicBezTo>
                    <a:pt x="24" y="339"/>
                    <a:pt x="34" y="339"/>
                    <a:pt x="38" y="335"/>
                  </a:cubicBezTo>
                  <a:close/>
                  <a:moveTo>
                    <a:pt x="3047" y="1"/>
                  </a:moveTo>
                  <a:cubicBezTo>
                    <a:pt x="3047" y="1"/>
                    <a:pt x="3027" y="21"/>
                    <a:pt x="3007" y="21"/>
                  </a:cubicBezTo>
                  <a:lnTo>
                    <a:pt x="191" y="319"/>
                  </a:lnTo>
                  <a:lnTo>
                    <a:pt x="252" y="319"/>
                  </a:lnTo>
                  <a:lnTo>
                    <a:pt x="273" y="339"/>
                  </a:lnTo>
                  <a:lnTo>
                    <a:pt x="419" y="339"/>
                  </a:lnTo>
                  <a:cubicBezTo>
                    <a:pt x="464" y="359"/>
                    <a:pt x="505" y="359"/>
                    <a:pt x="525" y="379"/>
                  </a:cubicBezTo>
                  <a:lnTo>
                    <a:pt x="565" y="379"/>
                  </a:lnTo>
                  <a:cubicBezTo>
                    <a:pt x="611" y="399"/>
                    <a:pt x="651" y="399"/>
                    <a:pt x="691" y="424"/>
                  </a:cubicBezTo>
                  <a:lnTo>
                    <a:pt x="717" y="424"/>
                  </a:lnTo>
                  <a:cubicBezTo>
                    <a:pt x="737" y="445"/>
                    <a:pt x="777" y="445"/>
                    <a:pt x="797" y="465"/>
                  </a:cubicBezTo>
                  <a:cubicBezTo>
                    <a:pt x="817" y="465"/>
                    <a:pt x="817" y="485"/>
                    <a:pt x="843" y="485"/>
                  </a:cubicBezTo>
                  <a:cubicBezTo>
                    <a:pt x="883" y="505"/>
                    <a:pt x="923" y="525"/>
                    <a:pt x="969" y="551"/>
                  </a:cubicBezTo>
                  <a:cubicBezTo>
                    <a:pt x="1009" y="571"/>
                    <a:pt x="1029" y="591"/>
                    <a:pt x="1070" y="611"/>
                  </a:cubicBezTo>
                  <a:cubicBezTo>
                    <a:pt x="1070" y="611"/>
                    <a:pt x="1095" y="611"/>
                    <a:pt x="1095" y="631"/>
                  </a:cubicBezTo>
                  <a:cubicBezTo>
                    <a:pt x="1135" y="651"/>
                    <a:pt x="1155" y="677"/>
                    <a:pt x="1196" y="697"/>
                  </a:cubicBezTo>
                  <a:lnTo>
                    <a:pt x="1221" y="717"/>
                  </a:lnTo>
                  <a:cubicBezTo>
                    <a:pt x="1261" y="737"/>
                    <a:pt x="1282" y="757"/>
                    <a:pt x="1322" y="803"/>
                  </a:cubicBezTo>
                  <a:lnTo>
                    <a:pt x="1347" y="803"/>
                  </a:lnTo>
                  <a:cubicBezTo>
                    <a:pt x="1367" y="843"/>
                    <a:pt x="1408" y="863"/>
                    <a:pt x="1428" y="883"/>
                  </a:cubicBezTo>
                  <a:lnTo>
                    <a:pt x="1473" y="929"/>
                  </a:lnTo>
                  <a:lnTo>
                    <a:pt x="1534" y="989"/>
                  </a:lnTo>
                  <a:cubicBezTo>
                    <a:pt x="1554" y="1010"/>
                    <a:pt x="1554" y="1030"/>
                    <a:pt x="1574" y="1055"/>
                  </a:cubicBezTo>
                  <a:cubicBezTo>
                    <a:pt x="1599" y="1075"/>
                    <a:pt x="1620" y="1095"/>
                    <a:pt x="1640" y="1116"/>
                  </a:cubicBezTo>
                  <a:cubicBezTo>
                    <a:pt x="1660" y="1136"/>
                    <a:pt x="1680" y="1156"/>
                    <a:pt x="1680" y="1181"/>
                  </a:cubicBezTo>
                  <a:cubicBezTo>
                    <a:pt x="1700" y="1201"/>
                    <a:pt x="1725" y="1221"/>
                    <a:pt x="1746" y="1242"/>
                  </a:cubicBezTo>
                  <a:cubicBezTo>
                    <a:pt x="1766" y="1262"/>
                    <a:pt x="1786" y="1307"/>
                    <a:pt x="1806" y="1348"/>
                  </a:cubicBezTo>
                  <a:cubicBezTo>
                    <a:pt x="1826" y="1348"/>
                    <a:pt x="1826" y="1368"/>
                    <a:pt x="1852" y="1388"/>
                  </a:cubicBezTo>
                  <a:cubicBezTo>
                    <a:pt x="1892" y="1454"/>
                    <a:pt x="1912" y="1514"/>
                    <a:pt x="1952" y="1580"/>
                  </a:cubicBezTo>
                  <a:cubicBezTo>
                    <a:pt x="1978" y="1600"/>
                    <a:pt x="1978" y="1620"/>
                    <a:pt x="1998" y="1640"/>
                  </a:cubicBezTo>
                  <a:cubicBezTo>
                    <a:pt x="2018" y="1686"/>
                    <a:pt x="2038" y="1726"/>
                    <a:pt x="2058" y="1766"/>
                  </a:cubicBezTo>
                  <a:cubicBezTo>
                    <a:pt x="2058" y="1786"/>
                    <a:pt x="2079" y="1812"/>
                    <a:pt x="2079" y="1812"/>
                  </a:cubicBezTo>
                  <a:cubicBezTo>
                    <a:pt x="2104" y="1872"/>
                    <a:pt x="2144" y="1938"/>
                    <a:pt x="2164" y="1998"/>
                  </a:cubicBezTo>
                  <a:lnTo>
                    <a:pt x="5171" y="1686"/>
                  </a:lnTo>
                  <a:cubicBezTo>
                    <a:pt x="5151" y="1620"/>
                    <a:pt x="5105" y="1559"/>
                    <a:pt x="5085" y="1494"/>
                  </a:cubicBezTo>
                  <a:cubicBezTo>
                    <a:pt x="5085" y="1494"/>
                    <a:pt x="5065" y="1474"/>
                    <a:pt x="5065" y="1454"/>
                  </a:cubicBezTo>
                  <a:cubicBezTo>
                    <a:pt x="5045" y="1408"/>
                    <a:pt x="5025" y="1368"/>
                    <a:pt x="4979" y="1327"/>
                  </a:cubicBezTo>
                  <a:lnTo>
                    <a:pt x="4979" y="1282"/>
                  </a:lnTo>
                  <a:lnTo>
                    <a:pt x="4959" y="1262"/>
                  </a:lnTo>
                  <a:cubicBezTo>
                    <a:pt x="4919" y="1201"/>
                    <a:pt x="4878" y="1136"/>
                    <a:pt x="4833" y="1075"/>
                  </a:cubicBezTo>
                  <a:lnTo>
                    <a:pt x="4833" y="1055"/>
                  </a:lnTo>
                  <a:lnTo>
                    <a:pt x="4813" y="1030"/>
                  </a:lnTo>
                  <a:cubicBezTo>
                    <a:pt x="4793" y="989"/>
                    <a:pt x="4772" y="949"/>
                    <a:pt x="4727" y="929"/>
                  </a:cubicBezTo>
                  <a:lnTo>
                    <a:pt x="4727" y="883"/>
                  </a:lnTo>
                  <a:cubicBezTo>
                    <a:pt x="4707" y="883"/>
                    <a:pt x="4707" y="863"/>
                    <a:pt x="4687" y="863"/>
                  </a:cubicBezTo>
                  <a:cubicBezTo>
                    <a:pt x="4666" y="843"/>
                    <a:pt x="4666" y="823"/>
                    <a:pt x="4646" y="803"/>
                  </a:cubicBezTo>
                  <a:cubicBezTo>
                    <a:pt x="4626" y="778"/>
                    <a:pt x="4626" y="778"/>
                    <a:pt x="4626" y="757"/>
                  </a:cubicBezTo>
                  <a:cubicBezTo>
                    <a:pt x="4601" y="757"/>
                    <a:pt x="4601" y="737"/>
                    <a:pt x="4581" y="737"/>
                  </a:cubicBezTo>
                  <a:cubicBezTo>
                    <a:pt x="4560" y="717"/>
                    <a:pt x="4560" y="697"/>
                    <a:pt x="4540" y="677"/>
                  </a:cubicBezTo>
                  <a:lnTo>
                    <a:pt x="4520" y="651"/>
                  </a:lnTo>
                  <a:cubicBezTo>
                    <a:pt x="4500" y="631"/>
                    <a:pt x="4500" y="631"/>
                    <a:pt x="4475" y="611"/>
                  </a:cubicBezTo>
                  <a:cubicBezTo>
                    <a:pt x="4455" y="591"/>
                    <a:pt x="4455" y="591"/>
                    <a:pt x="4434" y="571"/>
                  </a:cubicBezTo>
                  <a:lnTo>
                    <a:pt x="4414" y="551"/>
                  </a:lnTo>
                  <a:cubicBezTo>
                    <a:pt x="4394" y="525"/>
                    <a:pt x="4374" y="505"/>
                    <a:pt x="4349" y="485"/>
                  </a:cubicBezTo>
                  <a:lnTo>
                    <a:pt x="4328" y="485"/>
                  </a:lnTo>
                  <a:lnTo>
                    <a:pt x="4328" y="465"/>
                  </a:lnTo>
                  <a:cubicBezTo>
                    <a:pt x="4288" y="445"/>
                    <a:pt x="4268" y="424"/>
                    <a:pt x="4223" y="399"/>
                  </a:cubicBezTo>
                  <a:cubicBezTo>
                    <a:pt x="4202" y="379"/>
                    <a:pt x="4202" y="379"/>
                    <a:pt x="4182" y="379"/>
                  </a:cubicBezTo>
                  <a:cubicBezTo>
                    <a:pt x="4182" y="359"/>
                    <a:pt x="4162" y="339"/>
                    <a:pt x="4142" y="339"/>
                  </a:cubicBezTo>
                  <a:cubicBezTo>
                    <a:pt x="4142" y="319"/>
                    <a:pt x="4122" y="319"/>
                    <a:pt x="4096" y="319"/>
                  </a:cubicBezTo>
                  <a:cubicBezTo>
                    <a:pt x="4096" y="298"/>
                    <a:pt x="4076" y="298"/>
                    <a:pt x="4076" y="298"/>
                  </a:cubicBezTo>
                  <a:lnTo>
                    <a:pt x="4056" y="273"/>
                  </a:lnTo>
                  <a:cubicBezTo>
                    <a:pt x="4016" y="253"/>
                    <a:pt x="3996" y="233"/>
                    <a:pt x="3970" y="233"/>
                  </a:cubicBezTo>
                  <a:lnTo>
                    <a:pt x="3950" y="233"/>
                  </a:lnTo>
                  <a:lnTo>
                    <a:pt x="3950" y="213"/>
                  </a:lnTo>
                  <a:cubicBezTo>
                    <a:pt x="3930" y="213"/>
                    <a:pt x="3910" y="192"/>
                    <a:pt x="3869" y="172"/>
                  </a:cubicBezTo>
                  <a:lnTo>
                    <a:pt x="3844" y="172"/>
                  </a:lnTo>
                  <a:cubicBezTo>
                    <a:pt x="3824" y="172"/>
                    <a:pt x="3824" y="147"/>
                    <a:pt x="3804" y="147"/>
                  </a:cubicBezTo>
                  <a:cubicBezTo>
                    <a:pt x="3804" y="147"/>
                    <a:pt x="3784" y="147"/>
                    <a:pt x="3784" y="127"/>
                  </a:cubicBezTo>
                  <a:cubicBezTo>
                    <a:pt x="3763" y="127"/>
                    <a:pt x="3743" y="127"/>
                    <a:pt x="3718" y="107"/>
                  </a:cubicBezTo>
                  <a:lnTo>
                    <a:pt x="3678" y="107"/>
                  </a:lnTo>
                  <a:cubicBezTo>
                    <a:pt x="3658" y="86"/>
                    <a:pt x="3617" y="86"/>
                    <a:pt x="3572" y="66"/>
                  </a:cubicBezTo>
                  <a:lnTo>
                    <a:pt x="3531" y="66"/>
                  </a:lnTo>
                  <a:cubicBezTo>
                    <a:pt x="3511" y="46"/>
                    <a:pt x="3491" y="46"/>
                    <a:pt x="3466" y="46"/>
                  </a:cubicBezTo>
                  <a:cubicBezTo>
                    <a:pt x="3466" y="46"/>
                    <a:pt x="3446" y="46"/>
                    <a:pt x="3425" y="21"/>
                  </a:cubicBezTo>
                  <a:lnTo>
                    <a:pt x="3279" y="21"/>
                  </a:lnTo>
                  <a:lnTo>
                    <a:pt x="3259"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61"/>
            <p:cNvSpPr/>
            <p:nvPr/>
          </p:nvSpPr>
          <p:spPr>
            <a:xfrm flipH="1">
              <a:off x="2185032" y="1444982"/>
              <a:ext cx="570908" cy="269304"/>
            </a:xfrm>
            <a:custGeom>
              <a:avLst/>
              <a:gdLst/>
              <a:ahLst/>
              <a:cxnLst/>
              <a:rect l="l" t="t" r="r" b="b"/>
              <a:pathLst>
                <a:path w="4859" h="2292" extrusionOk="0">
                  <a:moveTo>
                    <a:pt x="3007" y="1"/>
                  </a:moveTo>
                  <a:lnTo>
                    <a:pt x="1" y="319"/>
                  </a:lnTo>
                  <a:lnTo>
                    <a:pt x="213" y="319"/>
                  </a:lnTo>
                  <a:cubicBezTo>
                    <a:pt x="233" y="339"/>
                    <a:pt x="253" y="339"/>
                    <a:pt x="273" y="339"/>
                  </a:cubicBezTo>
                  <a:lnTo>
                    <a:pt x="319" y="339"/>
                  </a:lnTo>
                  <a:cubicBezTo>
                    <a:pt x="359" y="339"/>
                    <a:pt x="399" y="359"/>
                    <a:pt x="465" y="379"/>
                  </a:cubicBezTo>
                  <a:cubicBezTo>
                    <a:pt x="505" y="379"/>
                    <a:pt x="551" y="399"/>
                    <a:pt x="591" y="420"/>
                  </a:cubicBezTo>
                  <a:lnTo>
                    <a:pt x="611" y="420"/>
                  </a:lnTo>
                  <a:cubicBezTo>
                    <a:pt x="652" y="445"/>
                    <a:pt x="697" y="465"/>
                    <a:pt x="717" y="485"/>
                  </a:cubicBezTo>
                  <a:lnTo>
                    <a:pt x="737" y="485"/>
                  </a:lnTo>
                  <a:cubicBezTo>
                    <a:pt x="778" y="505"/>
                    <a:pt x="823" y="526"/>
                    <a:pt x="843" y="546"/>
                  </a:cubicBezTo>
                  <a:lnTo>
                    <a:pt x="864" y="571"/>
                  </a:lnTo>
                  <a:cubicBezTo>
                    <a:pt x="904" y="591"/>
                    <a:pt x="949" y="611"/>
                    <a:pt x="970" y="652"/>
                  </a:cubicBezTo>
                  <a:lnTo>
                    <a:pt x="990" y="652"/>
                  </a:lnTo>
                  <a:cubicBezTo>
                    <a:pt x="1030" y="697"/>
                    <a:pt x="1075" y="717"/>
                    <a:pt x="1096" y="758"/>
                  </a:cubicBezTo>
                  <a:lnTo>
                    <a:pt x="1116" y="758"/>
                  </a:lnTo>
                  <a:cubicBezTo>
                    <a:pt x="1136" y="798"/>
                    <a:pt x="1181" y="823"/>
                    <a:pt x="1202" y="863"/>
                  </a:cubicBezTo>
                  <a:cubicBezTo>
                    <a:pt x="1222" y="863"/>
                    <a:pt x="1222" y="884"/>
                    <a:pt x="1242" y="884"/>
                  </a:cubicBezTo>
                  <a:cubicBezTo>
                    <a:pt x="1262" y="904"/>
                    <a:pt x="1282" y="949"/>
                    <a:pt x="1308" y="969"/>
                  </a:cubicBezTo>
                  <a:cubicBezTo>
                    <a:pt x="1308" y="990"/>
                    <a:pt x="1328" y="990"/>
                    <a:pt x="1328" y="1010"/>
                  </a:cubicBezTo>
                  <a:cubicBezTo>
                    <a:pt x="1348" y="1030"/>
                    <a:pt x="1368" y="1050"/>
                    <a:pt x="1388" y="1096"/>
                  </a:cubicBezTo>
                  <a:cubicBezTo>
                    <a:pt x="1408" y="1096"/>
                    <a:pt x="1408" y="1116"/>
                    <a:pt x="1434" y="1136"/>
                  </a:cubicBezTo>
                  <a:cubicBezTo>
                    <a:pt x="1434" y="1156"/>
                    <a:pt x="1454" y="1156"/>
                    <a:pt x="1454" y="1176"/>
                  </a:cubicBezTo>
                  <a:cubicBezTo>
                    <a:pt x="1474" y="1222"/>
                    <a:pt x="1494" y="1262"/>
                    <a:pt x="1535" y="1302"/>
                  </a:cubicBezTo>
                  <a:cubicBezTo>
                    <a:pt x="1535" y="1328"/>
                    <a:pt x="1560" y="1348"/>
                    <a:pt x="1560" y="1348"/>
                  </a:cubicBezTo>
                  <a:cubicBezTo>
                    <a:pt x="1580" y="1388"/>
                    <a:pt x="1600" y="1454"/>
                    <a:pt x="1620" y="1494"/>
                  </a:cubicBezTo>
                  <a:cubicBezTo>
                    <a:pt x="1640" y="1514"/>
                    <a:pt x="1640" y="1534"/>
                    <a:pt x="1640" y="1555"/>
                  </a:cubicBezTo>
                  <a:cubicBezTo>
                    <a:pt x="1661" y="1600"/>
                    <a:pt x="1686" y="1640"/>
                    <a:pt x="1706" y="1706"/>
                  </a:cubicBezTo>
                  <a:cubicBezTo>
                    <a:pt x="1726" y="1706"/>
                    <a:pt x="1726" y="1726"/>
                    <a:pt x="1726" y="1746"/>
                  </a:cubicBezTo>
                  <a:cubicBezTo>
                    <a:pt x="1746" y="1807"/>
                    <a:pt x="1767" y="1872"/>
                    <a:pt x="1787" y="1933"/>
                  </a:cubicBezTo>
                  <a:cubicBezTo>
                    <a:pt x="1787" y="1958"/>
                    <a:pt x="1787" y="1978"/>
                    <a:pt x="1812" y="1998"/>
                  </a:cubicBezTo>
                  <a:cubicBezTo>
                    <a:pt x="1812" y="2039"/>
                    <a:pt x="1832" y="2104"/>
                    <a:pt x="1832" y="2145"/>
                  </a:cubicBezTo>
                  <a:cubicBezTo>
                    <a:pt x="1852" y="2210"/>
                    <a:pt x="1852" y="2251"/>
                    <a:pt x="1872" y="2291"/>
                  </a:cubicBezTo>
                  <a:lnTo>
                    <a:pt x="4859" y="1978"/>
                  </a:lnTo>
                  <a:lnTo>
                    <a:pt x="4859" y="1872"/>
                  </a:lnTo>
                  <a:cubicBezTo>
                    <a:pt x="4859" y="1852"/>
                    <a:pt x="4839" y="1852"/>
                    <a:pt x="4839" y="1832"/>
                  </a:cubicBezTo>
                  <a:cubicBezTo>
                    <a:pt x="4839" y="1787"/>
                    <a:pt x="4813" y="1726"/>
                    <a:pt x="4813" y="1681"/>
                  </a:cubicBezTo>
                  <a:cubicBezTo>
                    <a:pt x="4793" y="1661"/>
                    <a:pt x="4793" y="1640"/>
                    <a:pt x="4793" y="1620"/>
                  </a:cubicBezTo>
                  <a:cubicBezTo>
                    <a:pt x="4773" y="1555"/>
                    <a:pt x="4753" y="1494"/>
                    <a:pt x="4733" y="1428"/>
                  </a:cubicBezTo>
                  <a:cubicBezTo>
                    <a:pt x="4733" y="1408"/>
                    <a:pt x="4713" y="1388"/>
                    <a:pt x="4713" y="1388"/>
                  </a:cubicBezTo>
                  <a:cubicBezTo>
                    <a:pt x="4687" y="1328"/>
                    <a:pt x="4667" y="1282"/>
                    <a:pt x="4647" y="1242"/>
                  </a:cubicBezTo>
                  <a:cubicBezTo>
                    <a:pt x="4647" y="1222"/>
                    <a:pt x="4627" y="1201"/>
                    <a:pt x="4627" y="1176"/>
                  </a:cubicBezTo>
                  <a:cubicBezTo>
                    <a:pt x="4607" y="1116"/>
                    <a:pt x="4586" y="1075"/>
                    <a:pt x="4561" y="1030"/>
                  </a:cubicBezTo>
                  <a:lnTo>
                    <a:pt x="4541" y="1010"/>
                  </a:lnTo>
                  <a:lnTo>
                    <a:pt x="4521" y="990"/>
                  </a:lnTo>
                  <a:cubicBezTo>
                    <a:pt x="4501" y="949"/>
                    <a:pt x="4480" y="904"/>
                    <a:pt x="4460" y="863"/>
                  </a:cubicBezTo>
                  <a:cubicBezTo>
                    <a:pt x="4460" y="863"/>
                    <a:pt x="4435" y="843"/>
                    <a:pt x="4435" y="823"/>
                  </a:cubicBezTo>
                  <a:cubicBezTo>
                    <a:pt x="4415" y="798"/>
                    <a:pt x="4415" y="778"/>
                    <a:pt x="4395" y="778"/>
                  </a:cubicBezTo>
                  <a:cubicBezTo>
                    <a:pt x="4375" y="737"/>
                    <a:pt x="4354" y="717"/>
                    <a:pt x="4354" y="697"/>
                  </a:cubicBezTo>
                  <a:lnTo>
                    <a:pt x="4334" y="697"/>
                  </a:lnTo>
                  <a:cubicBezTo>
                    <a:pt x="4334" y="672"/>
                    <a:pt x="4309" y="672"/>
                    <a:pt x="4309" y="652"/>
                  </a:cubicBezTo>
                  <a:cubicBezTo>
                    <a:pt x="4289" y="631"/>
                    <a:pt x="4269" y="611"/>
                    <a:pt x="4269" y="591"/>
                  </a:cubicBezTo>
                  <a:cubicBezTo>
                    <a:pt x="4248" y="591"/>
                    <a:pt x="4248" y="571"/>
                    <a:pt x="4228" y="571"/>
                  </a:cubicBezTo>
                  <a:cubicBezTo>
                    <a:pt x="4228" y="571"/>
                    <a:pt x="4228" y="546"/>
                    <a:pt x="4208" y="546"/>
                  </a:cubicBezTo>
                  <a:cubicBezTo>
                    <a:pt x="4208" y="526"/>
                    <a:pt x="4183" y="526"/>
                    <a:pt x="4183" y="505"/>
                  </a:cubicBezTo>
                  <a:cubicBezTo>
                    <a:pt x="4163" y="485"/>
                    <a:pt x="4143" y="465"/>
                    <a:pt x="4122" y="445"/>
                  </a:cubicBezTo>
                  <a:lnTo>
                    <a:pt x="4102" y="445"/>
                  </a:lnTo>
                  <a:cubicBezTo>
                    <a:pt x="4082" y="420"/>
                    <a:pt x="4057" y="399"/>
                    <a:pt x="4037" y="379"/>
                  </a:cubicBezTo>
                  <a:cubicBezTo>
                    <a:pt x="4016" y="359"/>
                    <a:pt x="4016" y="359"/>
                    <a:pt x="3996" y="339"/>
                  </a:cubicBezTo>
                  <a:lnTo>
                    <a:pt x="3976" y="339"/>
                  </a:lnTo>
                  <a:lnTo>
                    <a:pt x="3956" y="319"/>
                  </a:lnTo>
                  <a:lnTo>
                    <a:pt x="3890" y="253"/>
                  </a:lnTo>
                  <a:lnTo>
                    <a:pt x="3870" y="253"/>
                  </a:lnTo>
                  <a:lnTo>
                    <a:pt x="3850" y="233"/>
                  </a:lnTo>
                  <a:lnTo>
                    <a:pt x="3830" y="213"/>
                  </a:lnTo>
                  <a:cubicBezTo>
                    <a:pt x="3784" y="193"/>
                    <a:pt x="3764" y="193"/>
                    <a:pt x="3744" y="167"/>
                  </a:cubicBezTo>
                  <a:lnTo>
                    <a:pt x="3724" y="167"/>
                  </a:lnTo>
                  <a:cubicBezTo>
                    <a:pt x="3724" y="147"/>
                    <a:pt x="3704" y="147"/>
                    <a:pt x="3678" y="127"/>
                  </a:cubicBezTo>
                  <a:cubicBezTo>
                    <a:pt x="3658" y="127"/>
                    <a:pt x="3638" y="107"/>
                    <a:pt x="3598" y="107"/>
                  </a:cubicBezTo>
                  <a:cubicBezTo>
                    <a:pt x="3578" y="87"/>
                    <a:pt x="3552" y="87"/>
                    <a:pt x="3532" y="87"/>
                  </a:cubicBezTo>
                  <a:cubicBezTo>
                    <a:pt x="3512" y="66"/>
                    <a:pt x="3492" y="66"/>
                    <a:pt x="3472" y="66"/>
                  </a:cubicBezTo>
                  <a:lnTo>
                    <a:pt x="3451" y="41"/>
                  </a:lnTo>
                  <a:cubicBezTo>
                    <a:pt x="3426" y="41"/>
                    <a:pt x="3386" y="41"/>
                    <a:pt x="3366" y="21"/>
                  </a:cubicBezTo>
                  <a:lnTo>
                    <a:pt x="3280" y="21"/>
                  </a:lnTo>
                  <a:cubicBezTo>
                    <a:pt x="3260" y="21"/>
                    <a:pt x="3240" y="1"/>
                    <a:pt x="3219" y="1"/>
                  </a:cubicBez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61"/>
            <p:cNvSpPr/>
            <p:nvPr/>
          </p:nvSpPr>
          <p:spPr>
            <a:xfrm flipH="1">
              <a:off x="2042156" y="1677385"/>
              <a:ext cx="493831" cy="474220"/>
            </a:xfrm>
            <a:custGeom>
              <a:avLst/>
              <a:gdLst/>
              <a:ahLst/>
              <a:cxnLst/>
              <a:rect l="l" t="t" r="r" b="b"/>
              <a:pathLst>
                <a:path w="4203" h="4036" extrusionOk="0">
                  <a:moveTo>
                    <a:pt x="2987" y="0"/>
                  </a:moveTo>
                  <a:lnTo>
                    <a:pt x="0" y="313"/>
                  </a:lnTo>
                  <a:cubicBezTo>
                    <a:pt x="21" y="333"/>
                    <a:pt x="66" y="333"/>
                    <a:pt x="106" y="358"/>
                  </a:cubicBezTo>
                  <a:lnTo>
                    <a:pt x="127" y="379"/>
                  </a:lnTo>
                  <a:cubicBezTo>
                    <a:pt x="167" y="399"/>
                    <a:pt x="192" y="419"/>
                    <a:pt x="233" y="439"/>
                  </a:cubicBezTo>
                  <a:lnTo>
                    <a:pt x="253" y="439"/>
                  </a:lnTo>
                  <a:cubicBezTo>
                    <a:pt x="273" y="459"/>
                    <a:pt x="318" y="485"/>
                    <a:pt x="359" y="525"/>
                  </a:cubicBezTo>
                  <a:cubicBezTo>
                    <a:pt x="399" y="545"/>
                    <a:pt x="419" y="565"/>
                    <a:pt x="465" y="611"/>
                  </a:cubicBezTo>
                  <a:lnTo>
                    <a:pt x="485" y="611"/>
                  </a:lnTo>
                  <a:cubicBezTo>
                    <a:pt x="505" y="651"/>
                    <a:pt x="545" y="671"/>
                    <a:pt x="571" y="712"/>
                  </a:cubicBezTo>
                  <a:cubicBezTo>
                    <a:pt x="571" y="712"/>
                    <a:pt x="591" y="712"/>
                    <a:pt x="591" y="737"/>
                  </a:cubicBezTo>
                  <a:cubicBezTo>
                    <a:pt x="611" y="757"/>
                    <a:pt x="631" y="777"/>
                    <a:pt x="651" y="818"/>
                  </a:cubicBezTo>
                  <a:cubicBezTo>
                    <a:pt x="671" y="818"/>
                    <a:pt x="671" y="838"/>
                    <a:pt x="697" y="838"/>
                  </a:cubicBezTo>
                  <a:cubicBezTo>
                    <a:pt x="717" y="863"/>
                    <a:pt x="717" y="903"/>
                    <a:pt x="737" y="923"/>
                  </a:cubicBezTo>
                  <a:cubicBezTo>
                    <a:pt x="757" y="944"/>
                    <a:pt x="757" y="944"/>
                    <a:pt x="777" y="964"/>
                  </a:cubicBezTo>
                  <a:cubicBezTo>
                    <a:pt x="777" y="989"/>
                    <a:pt x="798" y="1009"/>
                    <a:pt x="798" y="1009"/>
                  </a:cubicBezTo>
                  <a:cubicBezTo>
                    <a:pt x="823" y="1050"/>
                    <a:pt x="843" y="1090"/>
                    <a:pt x="863" y="1115"/>
                  </a:cubicBezTo>
                  <a:cubicBezTo>
                    <a:pt x="883" y="1135"/>
                    <a:pt x="883" y="1156"/>
                    <a:pt x="903" y="1176"/>
                  </a:cubicBezTo>
                  <a:cubicBezTo>
                    <a:pt x="924" y="1216"/>
                    <a:pt x="924" y="1241"/>
                    <a:pt x="949" y="1282"/>
                  </a:cubicBezTo>
                  <a:cubicBezTo>
                    <a:pt x="969" y="1302"/>
                    <a:pt x="969" y="1322"/>
                    <a:pt x="989" y="1342"/>
                  </a:cubicBezTo>
                  <a:cubicBezTo>
                    <a:pt x="989" y="1388"/>
                    <a:pt x="1009" y="1428"/>
                    <a:pt x="1030" y="1468"/>
                  </a:cubicBezTo>
                  <a:cubicBezTo>
                    <a:pt x="1030" y="1493"/>
                    <a:pt x="1050" y="1493"/>
                    <a:pt x="1050" y="1514"/>
                  </a:cubicBezTo>
                  <a:cubicBezTo>
                    <a:pt x="1075" y="1574"/>
                    <a:pt x="1095" y="1640"/>
                    <a:pt x="1115" y="1700"/>
                  </a:cubicBezTo>
                  <a:cubicBezTo>
                    <a:pt x="1115" y="1766"/>
                    <a:pt x="1135" y="1826"/>
                    <a:pt x="1156" y="1892"/>
                  </a:cubicBezTo>
                  <a:lnTo>
                    <a:pt x="1156" y="1973"/>
                  </a:lnTo>
                  <a:cubicBezTo>
                    <a:pt x="1176" y="1998"/>
                    <a:pt x="1176" y="2038"/>
                    <a:pt x="1176" y="2058"/>
                  </a:cubicBezTo>
                  <a:cubicBezTo>
                    <a:pt x="1176" y="2099"/>
                    <a:pt x="1176" y="2144"/>
                    <a:pt x="1201" y="2205"/>
                  </a:cubicBezTo>
                  <a:lnTo>
                    <a:pt x="1201" y="2396"/>
                  </a:lnTo>
                  <a:lnTo>
                    <a:pt x="1201" y="2437"/>
                  </a:lnTo>
                  <a:lnTo>
                    <a:pt x="1201" y="2477"/>
                  </a:lnTo>
                  <a:cubicBezTo>
                    <a:pt x="1176" y="2543"/>
                    <a:pt x="1176" y="2583"/>
                    <a:pt x="1156" y="2628"/>
                  </a:cubicBezTo>
                  <a:lnTo>
                    <a:pt x="1156" y="2649"/>
                  </a:lnTo>
                  <a:cubicBezTo>
                    <a:pt x="1135" y="2689"/>
                    <a:pt x="1135" y="2709"/>
                    <a:pt x="1135" y="2755"/>
                  </a:cubicBezTo>
                  <a:lnTo>
                    <a:pt x="1115" y="2775"/>
                  </a:lnTo>
                  <a:cubicBezTo>
                    <a:pt x="1115" y="2815"/>
                    <a:pt x="1095" y="2835"/>
                    <a:pt x="1095" y="2881"/>
                  </a:cubicBezTo>
                  <a:lnTo>
                    <a:pt x="1095" y="2901"/>
                  </a:lnTo>
                  <a:cubicBezTo>
                    <a:pt x="1095" y="2921"/>
                    <a:pt x="1075" y="2941"/>
                    <a:pt x="1075" y="2961"/>
                  </a:cubicBezTo>
                  <a:lnTo>
                    <a:pt x="1075" y="3007"/>
                  </a:lnTo>
                  <a:cubicBezTo>
                    <a:pt x="1050" y="3027"/>
                    <a:pt x="1050" y="3047"/>
                    <a:pt x="1050" y="3067"/>
                  </a:cubicBezTo>
                  <a:cubicBezTo>
                    <a:pt x="1050" y="3088"/>
                    <a:pt x="1030" y="3108"/>
                    <a:pt x="1030" y="3133"/>
                  </a:cubicBezTo>
                  <a:lnTo>
                    <a:pt x="1030" y="3153"/>
                  </a:lnTo>
                  <a:cubicBezTo>
                    <a:pt x="1030" y="3153"/>
                    <a:pt x="1030" y="3173"/>
                    <a:pt x="1009" y="3193"/>
                  </a:cubicBezTo>
                  <a:lnTo>
                    <a:pt x="1009" y="3234"/>
                  </a:lnTo>
                  <a:cubicBezTo>
                    <a:pt x="1009" y="3259"/>
                    <a:pt x="989" y="3259"/>
                    <a:pt x="989" y="3279"/>
                  </a:cubicBezTo>
                  <a:lnTo>
                    <a:pt x="989" y="3299"/>
                  </a:lnTo>
                  <a:lnTo>
                    <a:pt x="989" y="3320"/>
                  </a:lnTo>
                  <a:lnTo>
                    <a:pt x="989" y="3340"/>
                  </a:lnTo>
                  <a:lnTo>
                    <a:pt x="969" y="3340"/>
                  </a:lnTo>
                  <a:lnTo>
                    <a:pt x="969" y="3360"/>
                  </a:lnTo>
                  <a:lnTo>
                    <a:pt x="969" y="3385"/>
                  </a:lnTo>
                  <a:lnTo>
                    <a:pt x="949" y="3385"/>
                  </a:lnTo>
                  <a:lnTo>
                    <a:pt x="949" y="3405"/>
                  </a:lnTo>
                  <a:cubicBezTo>
                    <a:pt x="924" y="3426"/>
                    <a:pt x="924" y="3446"/>
                    <a:pt x="903" y="3466"/>
                  </a:cubicBezTo>
                  <a:cubicBezTo>
                    <a:pt x="883" y="3486"/>
                    <a:pt x="883" y="3511"/>
                    <a:pt x="863" y="3531"/>
                  </a:cubicBezTo>
                  <a:cubicBezTo>
                    <a:pt x="863" y="3552"/>
                    <a:pt x="843" y="3552"/>
                    <a:pt x="843" y="3572"/>
                  </a:cubicBezTo>
                  <a:lnTo>
                    <a:pt x="823" y="3592"/>
                  </a:lnTo>
                  <a:lnTo>
                    <a:pt x="798" y="3612"/>
                  </a:lnTo>
                  <a:lnTo>
                    <a:pt x="777" y="3637"/>
                  </a:lnTo>
                  <a:lnTo>
                    <a:pt x="777" y="3658"/>
                  </a:lnTo>
                  <a:cubicBezTo>
                    <a:pt x="212" y="4016"/>
                    <a:pt x="212" y="4016"/>
                    <a:pt x="192" y="4016"/>
                  </a:cubicBezTo>
                  <a:cubicBezTo>
                    <a:pt x="174" y="4016"/>
                    <a:pt x="169" y="4027"/>
                    <a:pt x="159" y="4032"/>
                  </a:cubicBezTo>
                  <a:lnTo>
                    <a:pt x="159" y="4032"/>
                  </a:lnTo>
                  <a:lnTo>
                    <a:pt x="3133" y="3718"/>
                  </a:lnTo>
                  <a:lnTo>
                    <a:pt x="3153" y="3718"/>
                  </a:lnTo>
                  <a:cubicBezTo>
                    <a:pt x="3173" y="3718"/>
                    <a:pt x="3173" y="3698"/>
                    <a:pt x="3194" y="3698"/>
                  </a:cubicBezTo>
                  <a:cubicBezTo>
                    <a:pt x="3219" y="3698"/>
                    <a:pt x="3572" y="3592"/>
                    <a:pt x="3849" y="3234"/>
                  </a:cubicBezTo>
                  <a:lnTo>
                    <a:pt x="3870" y="3214"/>
                  </a:lnTo>
                  <a:cubicBezTo>
                    <a:pt x="3890" y="3193"/>
                    <a:pt x="3910" y="3153"/>
                    <a:pt x="3910" y="3153"/>
                  </a:cubicBezTo>
                  <a:cubicBezTo>
                    <a:pt x="3930" y="3133"/>
                    <a:pt x="3930" y="3108"/>
                    <a:pt x="3950" y="3088"/>
                  </a:cubicBezTo>
                  <a:lnTo>
                    <a:pt x="3950" y="3067"/>
                  </a:lnTo>
                  <a:lnTo>
                    <a:pt x="3976" y="3067"/>
                  </a:lnTo>
                  <a:lnTo>
                    <a:pt x="3976" y="3047"/>
                  </a:lnTo>
                  <a:lnTo>
                    <a:pt x="3976" y="3027"/>
                  </a:lnTo>
                  <a:cubicBezTo>
                    <a:pt x="3976" y="3027"/>
                    <a:pt x="4162" y="2669"/>
                    <a:pt x="4203" y="2164"/>
                  </a:cubicBezTo>
                  <a:lnTo>
                    <a:pt x="4203" y="2124"/>
                  </a:lnTo>
                  <a:lnTo>
                    <a:pt x="4203" y="2079"/>
                  </a:lnTo>
                  <a:lnTo>
                    <a:pt x="4203" y="2018"/>
                  </a:lnTo>
                  <a:lnTo>
                    <a:pt x="4203" y="1912"/>
                  </a:lnTo>
                  <a:lnTo>
                    <a:pt x="4203" y="1892"/>
                  </a:lnTo>
                  <a:lnTo>
                    <a:pt x="4182" y="1892"/>
                  </a:lnTo>
                  <a:lnTo>
                    <a:pt x="4182" y="1766"/>
                  </a:lnTo>
                  <a:lnTo>
                    <a:pt x="4182" y="1746"/>
                  </a:lnTo>
                  <a:cubicBezTo>
                    <a:pt x="4182" y="1720"/>
                    <a:pt x="4162" y="1680"/>
                    <a:pt x="4162" y="1660"/>
                  </a:cubicBezTo>
                  <a:lnTo>
                    <a:pt x="4162" y="1594"/>
                  </a:lnTo>
                  <a:lnTo>
                    <a:pt x="4162" y="1574"/>
                  </a:lnTo>
                  <a:cubicBezTo>
                    <a:pt x="4142" y="1514"/>
                    <a:pt x="4122" y="1448"/>
                    <a:pt x="4122" y="1388"/>
                  </a:cubicBezTo>
                  <a:cubicBezTo>
                    <a:pt x="4102" y="1322"/>
                    <a:pt x="4076" y="1261"/>
                    <a:pt x="4056" y="1196"/>
                  </a:cubicBezTo>
                  <a:cubicBezTo>
                    <a:pt x="4056" y="1176"/>
                    <a:pt x="4036" y="1176"/>
                    <a:pt x="4036" y="1156"/>
                  </a:cubicBezTo>
                  <a:cubicBezTo>
                    <a:pt x="4016" y="1115"/>
                    <a:pt x="3996" y="1070"/>
                    <a:pt x="3996" y="1029"/>
                  </a:cubicBezTo>
                  <a:cubicBezTo>
                    <a:pt x="3976" y="1009"/>
                    <a:pt x="3976" y="989"/>
                    <a:pt x="3950" y="964"/>
                  </a:cubicBezTo>
                  <a:cubicBezTo>
                    <a:pt x="3930" y="923"/>
                    <a:pt x="3930" y="903"/>
                    <a:pt x="3910" y="863"/>
                  </a:cubicBezTo>
                  <a:cubicBezTo>
                    <a:pt x="3890" y="838"/>
                    <a:pt x="3890" y="838"/>
                    <a:pt x="3890" y="818"/>
                  </a:cubicBezTo>
                  <a:lnTo>
                    <a:pt x="3870" y="797"/>
                  </a:lnTo>
                  <a:cubicBezTo>
                    <a:pt x="3849" y="777"/>
                    <a:pt x="3824" y="737"/>
                    <a:pt x="3804" y="691"/>
                  </a:cubicBezTo>
                  <a:cubicBezTo>
                    <a:pt x="3804" y="691"/>
                    <a:pt x="3804" y="671"/>
                    <a:pt x="3784" y="671"/>
                  </a:cubicBezTo>
                  <a:lnTo>
                    <a:pt x="3784" y="651"/>
                  </a:lnTo>
                  <a:cubicBezTo>
                    <a:pt x="3764" y="631"/>
                    <a:pt x="3764" y="631"/>
                    <a:pt x="3743" y="611"/>
                  </a:cubicBezTo>
                  <a:cubicBezTo>
                    <a:pt x="3743" y="585"/>
                    <a:pt x="3723" y="565"/>
                    <a:pt x="3698" y="545"/>
                  </a:cubicBezTo>
                  <a:lnTo>
                    <a:pt x="3698" y="525"/>
                  </a:lnTo>
                  <a:cubicBezTo>
                    <a:pt x="3678" y="525"/>
                    <a:pt x="3678" y="505"/>
                    <a:pt x="3658" y="505"/>
                  </a:cubicBezTo>
                  <a:cubicBezTo>
                    <a:pt x="3658" y="485"/>
                    <a:pt x="3638" y="459"/>
                    <a:pt x="3638" y="459"/>
                  </a:cubicBezTo>
                  <a:cubicBezTo>
                    <a:pt x="3617" y="439"/>
                    <a:pt x="3617" y="419"/>
                    <a:pt x="3597" y="419"/>
                  </a:cubicBezTo>
                  <a:cubicBezTo>
                    <a:pt x="3597" y="399"/>
                    <a:pt x="3572" y="399"/>
                    <a:pt x="3572" y="399"/>
                  </a:cubicBezTo>
                  <a:lnTo>
                    <a:pt x="3552" y="379"/>
                  </a:lnTo>
                  <a:lnTo>
                    <a:pt x="3491" y="313"/>
                  </a:lnTo>
                  <a:lnTo>
                    <a:pt x="3491" y="293"/>
                  </a:lnTo>
                  <a:lnTo>
                    <a:pt x="3471" y="293"/>
                  </a:lnTo>
                  <a:lnTo>
                    <a:pt x="3426" y="253"/>
                  </a:lnTo>
                  <a:cubicBezTo>
                    <a:pt x="3406" y="232"/>
                    <a:pt x="3385" y="207"/>
                    <a:pt x="3365" y="207"/>
                  </a:cubicBezTo>
                  <a:lnTo>
                    <a:pt x="3365" y="187"/>
                  </a:lnTo>
                  <a:cubicBezTo>
                    <a:pt x="3345" y="187"/>
                    <a:pt x="3320" y="167"/>
                    <a:pt x="3300" y="147"/>
                  </a:cubicBezTo>
                  <a:cubicBezTo>
                    <a:pt x="3279" y="147"/>
                    <a:pt x="3259" y="126"/>
                    <a:pt x="3259" y="126"/>
                  </a:cubicBezTo>
                  <a:lnTo>
                    <a:pt x="3239" y="126"/>
                  </a:lnTo>
                  <a:lnTo>
                    <a:pt x="3239" y="106"/>
                  </a:lnTo>
                  <a:cubicBezTo>
                    <a:pt x="3219" y="106"/>
                    <a:pt x="3194" y="81"/>
                    <a:pt x="3173" y="81"/>
                  </a:cubicBezTo>
                  <a:cubicBezTo>
                    <a:pt x="3153" y="61"/>
                    <a:pt x="3153" y="61"/>
                    <a:pt x="3133" y="61"/>
                  </a:cubicBezTo>
                  <a:lnTo>
                    <a:pt x="3113" y="41"/>
                  </a:lnTo>
                  <a:cubicBezTo>
                    <a:pt x="3093" y="41"/>
                    <a:pt x="3068" y="20"/>
                    <a:pt x="3047" y="20"/>
                  </a:cubicBezTo>
                  <a:cubicBezTo>
                    <a:pt x="3027" y="0"/>
                    <a:pt x="3007" y="0"/>
                    <a:pt x="2987" y="0"/>
                  </a:cubicBezTo>
                  <a:close/>
                  <a:moveTo>
                    <a:pt x="159" y="4032"/>
                  </a:moveTo>
                  <a:lnTo>
                    <a:pt x="127" y="4036"/>
                  </a:lnTo>
                  <a:lnTo>
                    <a:pt x="147" y="4036"/>
                  </a:lnTo>
                  <a:cubicBezTo>
                    <a:pt x="152" y="4036"/>
                    <a:pt x="156" y="4035"/>
                    <a:pt x="159" y="4032"/>
                  </a:cubicBez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61"/>
            <p:cNvSpPr/>
            <p:nvPr/>
          </p:nvSpPr>
          <p:spPr>
            <a:xfrm flipH="1">
              <a:off x="2388689" y="1302093"/>
              <a:ext cx="1070693" cy="849506"/>
            </a:xfrm>
            <a:custGeom>
              <a:avLst/>
              <a:gdLst/>
              <a:ahLst/>
              <a:cxnLst/>
              <a:rect l="l" t="t" r="r" b="b"/>
              <a:pathLst>
                <a:path w="9061" h="7189" extrusionOk="0">
                  <a:moveTo>
                    <a:pt x="3340" y="1"/>
                  </a:moveTo>
                  <a:cubicBezTo>
                    <a:pt x="3340" y="21"/>
                    <a:pt x="3340" y="21"/>
                    <a:pt x="3299" y="21"/>
                  </a:cubicBezTo>
                  <a:lnTo>
                    <a:pt x="3214" y="21"/>
                  </a:lnTo>
                  <a:cubicBezTo>
                    <a:pt x="3193" y="21"/>
                    <a:pt x="3173" y="41"/>
                    <a:pt x="3153" y="41"/>
                  </a:cubicBezTo>
                  <a:lnTo>
                    <a:pt x="3108" y="41"/>
                  </a:lnTo>
                  <a:cubicBezTo>
                    <a:pt x="3027" y="61"/>
                    <a:pt x="2961" y="81"/>
                    <a:pt x="2881" y="127"/>
                  </a:cubicBezTo>
                  <a:cubicBezTo>
                    <a:pt x="2855" y="127"/>
                    <a:pt x="2855" y="127"/>
                    <a:pt x="2835" y="147"/>
                  </a:cubicBezTo>
                  <a:cubicBezTo>
                    <a:pt x="2815" y="147"/>
                    <a:pt x="2815" y="147"/>
                    <a:pt x="2795" y="167"/>
                  </a:cubicBezTo>
                  <a:cubicBezTo>
                    <a:pt x="2775" y="167"/>
                    <a:pt x="2754" y="187"/>
                    <a:pt x="2754" y="187"/>
                  </a:cubicBezTo>
                  <a:cubicBezTo>
                    <a:pt x="2729" y="187"/>
                    <a:pt x="2709" y="207"/>
                    <a:pt x="2709" y="207"/>
                  </a:cubicBezTo>
                  <a:cubicBezTo>
                    <a:pt x="2689" y="233"/>
                    <a:pt x="2669" y="233"/>
                    <a:pt x="2669" y="233"/>
                  </a:cubicBezTo>
                  <a:cubicBezTo>
                    <a:pt x="2649" y="253"/>
                    <a:pt x="2628" y="253"/>
                    <a:pt x="2628" y="273"/>
                  </a:cubicBezTo>
                  <a:cubicBezTo>
                    <a:pt x="2603" y="273"/>
                    <a:pt x="2603" y="293"/>
                    <a:pt x="2583" y="293"/>
                  </a:cubicBezTo>
                  <a:cubicBezTo>
                    <a:pt x="2563" y="313"/>
                    <a:pt x="2563" y="313"/>
                    <a:pt x="2543" y="333"/>
                  </a:cubicBezTo>
                  <a:cubicBezTo>
                    <a:pt x="2522" y="333"/>
                    <a:pt x="2522" y="333"/>
                    <a:pt x="2502" y="359"/>
                  </a:cubicBezTo>
                  <a:cubicBezTo>
                    <a:pt x="2477" y="359"/>
                    <a:pt x="2477" y="379"/>
                    <a:pt x="2457" y="399"/>
                  </a:cubicBezTo>
                  <a:cubicBezTo>
                    <a:pt x="2457" y="399"/>
                    <a:pt x="2437" y="399"/>
                    <a:pt x="2416" y="419"/>
                  </a:cubicBezTo>
                  <a:cubicBezTo>
                    <a:pt x="2416" y="439"/>
                    <a:pt x="2396" y="439"/>
                    <a:pt x="2376" y="460"/>
                  </a:cubicBezTo>
                  <a:cubicBezTo>
                    <a:pt x="2376" y="460"/>
                    <a:pt x="2376" y="485"/>
                    <a:pt x="2351" y="505"/>
                  </a:cubicBezTo>
                  <a:cubicBezTo>
                    <a:pt x="2331" y="505"/>
                    <a:pt x="2331" y="525"/>
                    <a:pt x="2311" y="525"/>
                  </a:cubicBezTo>
                  <a:cubicBezTo>
                    <a:pt x="2311" y="545"/>
                    <a:pt x="2290" y="545"/>
                    <a:pt x="2270" y="565"/>
                  </a:cubicBezTo>
                  <a:cubicBezTo>
                    <a:pt x="2270" y="586"/>
                    <a:pt x="2250" y="586"/>
                    <a:pt x="2250" y="611"/>
                  </a:cubicBezTo>
                  <a:lnTo>
                    <a:pt x="2205" y="651"/>
                  </a:lnTo>
                  <a:cubicBezTo>
                    <a:pt x="2124" y="777"/>
                    <a:pt x="2018" y="924"/>
                    <a:pt x="1952" y="1090"/>
                  </a:cubicBezTo>
                  <a:cubicBezTo>
                    <a:pt x="1932" y="1090"/>
                    <a:pt x="1932" y="1115"/>
                    <a:pt x="1932" y="1136"/>
                  </a:cubicBezTo>
                  <a:cubicBezTo>
                    <a:pt x="1912" y="1156"/>
                    <a:pt x="1912" y="1176"/>
                    <a:pt x="1892" y="1196"/>
                  </a:cubicBezTo>
                  <a:cubicBezTo>
                    <a:pt x="1892" y="1216"/>
                    <a:pt x="1892" y="1216"/>
                    <a:pt x="1872" y="1262"/>
                  </a:cubicBezTo>
                  <a:cubicBezTo>
                    <a:pt x="1872" y="1262"/>
                    <a:pt x="1872" y="1282"/>
                    <a:pt x="1846" y="1302"/>
                  </a:cubicBezTo>
                  <a:cubicBezTo>
                    <a:pt x="1846" y="1322"/>
                    <a:pt x="1846" y="1322"/>
                    <a:pt x="1826" y="1368"/>
                  </a:cubicBezTo>
                  <a:lnTo>
                    <a:pt x="1826" y="1428"/>
                  </a:lnTo>
                  <a:cubicBezTo>
                    <a:pt x="1806" y="1428"/>
                    <a:pt x="1806" y="1448"/>
                    <a:pt x="1806" y="1468"/>
                  </a:cubicBezTo>
                  <a:cubicBezTo>
                    <a:pt x="1806" y="1494"/>
                    <a:pt x="1786" y="1514"/>
                    <a:pt x="1786" y="1534"/>
                  </a:cubicBezTo>
                  <a:cubicBezTo>
                    <a:pt x="1786" y="1554"/>
                    <a:pt x="1786" y="1554"/>
                    <a:pt x="1766" y="1595"/>
                  </a:cubicBezTo>
                  <a:cubicBezTo>
                    <a:pt x="1766" y="1620"/>
                    <a:pt x="1766" y="1620"/>
                    <a:pt x="1746" y="1660"/>
                  </a:cubicBezTo>
                  <a:lnTo>
                    <a:pt x="1746" y="1721"/>
                  </a:lnTo>
                  <a:cubicBezTo>
                    <a:pt x="1746" y="1746"/>
                    <a:pt x="1746" y="1746"/>
                    <a:pt x="1720" y="1786"/>
                  </a:cubicBezTo>
                  <a:lnTo>
                    <a:pt x="1720" y="1847"/>
                  </a:lnTo>
                  <a:cubicBezTo>
                    <a:pt x="1720" y="1847"/>
                    <a:pt x="1720" y="1872"/>
                    <a:pt x="1700" y="1912"/>
                  </a:cubicBezTo>
                  <a:lnTo>
                    <a:pt x="1700" y="1973"/>
                  </a:lnTo>
                  <a:lnTo>
                    <a:pt x="1700" y="2038"/>
                  </a:lnTo>
                  <a:cubicBezTo>
                    <a:pt x="1700" y="2059"/>
                    <a:pt x="1680" y="2059"/>
                    <a:pt x="1680" y="2099"/>
                  </a:cubicBezTo>
                  <a:lnTo>
                    <a:pt x="1680" y="2165"/>
                  </a:lnTo>
                  <a:lnTo>
                    <a:pt x="1680" y="2250"/>
                  </a:lnTo>
                  <a:lnTo>
                    <a:pt x="1680" y="2311"/>
                  </a:lnTo>
                  <a:lnTo>
                    <a:pt x="1680" y="2376"/>
                  </a:lnTo>
                  <a:lnTo>
                    <a:pt x="1428" y="2331"/>
                  </a:lnTo>
                  <a:lnTo>
                    <a:pt x="1070" y="2331"/>
                  </a:lnTo>
                  <a:cubicBezTo>
                    <a:pt x="484" y="2376"/>
                    <a:pt x="0" y="3088"/>
                    <a:pt x="0" y="3991"/>
                  </a:cubicBezTo>
                  <a:cubicBezTo>
                    <a:pt x="0" y="4309"/>
                    <a:pt x="61" y="4581"/>
                    <a:pt x="146" y="4833"/>
                  </a:cubicBezTo>
                  <a:cubicBezTo>
                    <a:pt x="379" y="5484"/>
                    <a:pt x="863" y="6008"/>
                    <a:pt x="1408" y="6114"/>
                  </a:cubicBezTo>
                  <a:lnTo>
                    <a:pt x="7627" y="7189"/>
                  </a:lnTo>
                  <a:lnTo>
                    <a:pt x="8006" y="7189"/>
                  </a:lnTo>
                  <a:cubicBezTo>
                    <a:pt x="8026" y="7189"/>
                    <a:pt x="8026" y="7169"/>
                    <a:pt x="8051" y="7169"/>
                  </a:cubicBezTo>
                  <a:cubicBezTo>
                    <a:pt x="8071" y="7169"/>
                    <a:pt x="8071" y="7169"/>
                    <a:pt x="8636" y="6811"/>
                  </a:cubicBezTo>
                  <a:cubicBezTo>
                    <a:pt x="8636" y="6790"/>
                    <a:pt x="8636" y="6790"/>
                    <a:pt x="8657" y="6765"/>
                  </a:cubicBezTo>
                  <a:lnTo>
                    <a:pt x="8682" y="6745"/>
                  </a:lnTo>
                  <a:lnTo>
                    <a:pt x="8702" y="6725"/>
                  </a:lnTo>
                  <a:cubicBezTo>
                    <a:pt x="8702" y="6705"/>
                    <a:pt x="8722" y="6705"/>
                    <a:pt x="8722" y="6684"/>
                  </a:cubicBezTo>
                  <a:cubicBezTo>
                    <a:pt x="8742" y="6639"/>
                    <a:pt x="8783" y="6599"/>
                    <a:pt x="8808" y="6558"/>
                  </a:cubicBezTo>
                  <a:cubicBezTo>
                    <a:pt x="8808" y="6538"/>
                    <a:pt x="8828" y="6538"/>
                    <a:pt x="8828" y="6513"/>
                  </a:cubicBezTo>
                  <a:cubicBezTo>
                    <a:pt x="8828" y="6513"/>
                    <a:pt x="8848" y="6493"/>
                    <a:pt x="9060" y="5630"/>
                  </a:cubicBezTo>
                  <a:lnTo>
                    <a:pt x="9060" y="5590"/>
                  </a:lnTo>
                  <a:lnTo>
                    <a:pt x="9060" y="5549"/>
                  </a:lnTo>
                  <a:cubicBezTo>
                    <a:pt x="9060" y="4601"/>
                    <a:pt x="8530" y="3718"/>
                    <a:pt x="7859" y="3466"/>
                  </a:cubicBezTo>
                  <a:cubicBezTo>
                    <a:pt x="7713" y="2477"/>
                    <a:pt x="7083" y="1640"/>
                    <a:pt x="6306" y="1514"/>
                  </a:cubicBezTo>
                  <a:lnTo>
                    <a:pt x="6260" y="1514"/>
                  </a:lnTo>
                  <a:cubicBezTo>
                    <a:pt x="6240" y="1514"/>
                    <a:pt x="6220" y="1514"/>
                    <a:pt x="6200" y="1494"/>
                  </a:cubicBezTo>
                  <a:lnTo>
                    <a:pt x="6008" y="1494"/>
                  </a:lnTo>
                  <a:cubicBezTo>
                    <a:pt x="5988" y="1494"/>
                    <a:pt x="5968" y="1514"/>
                    <a:pt x="5968" y="1514"/>
                  </a:cubicBezTo>
                  <a:lnTo>
                    <a:pt x="5862" y="1514"/>
                  </a:lnTo>
                  <a:cubicBezTo>
                    <a:pt x="5842" y="1534"/>
                    <a:pt x="5842" y="1534"/>
                    <a:pt x="5822" y="1534"/>
                  </a:cubicBezTo>
                  <a:cubicBezTo>
                    <a:pt x="5801" y="1534"/>
                    <a:pt x="5781" y="1534"/>
                    <a:pt x="5756" y="1554"/>
                  </a:cubicBezTo>
                  <a:lnTo>
                    <a:pt x="5716" y="1554"/>
                  </a:lnTo>
                  <a:cubicBezTo>
                    <a:pt x="5716" y="1574"/>
                    <a:pt x="5695" y="1574"/>
                    <a:pt x="5675" y="1574"/>
                  </a:cubicBezTo>
                  <a:cubicBezTo>
                    <a:pt x="5675" y="1574"/>
                    <a:pt x="5655" y="1595"/>
                    <a:pt x="5630" y="1595"/>
                  </a:cubicBezTo>
                  <a:cubicBezTo>
                    <a:pt x="5610" y="1595"/>
                    <a:pt x="5610" y="1620"/>
                    <a:pt x="5589" y="1620"/>
                  </a:cubicBezTo>
                  <a:cubicBezTo>
                    <a:pt x="5569" y="1620"/>
                    <a:pt x="5569" y="1640"/>
                    <a:pt x="5549" y="1640"/>
                  </a:cubicBezTo>
                  <a:cubicBezTo>
                    <a:pt x="5529" y="1640"/>
                    <a:pt x="5529" y="1660"/>
                    <a:pt x="5504" y="1660"/>
                  </a:cubicBezTo>
                  <a:cubicBezTo>
                    <a:pt x="5484" y="1680"/>
                    <a:pt x="5484" y="1680"/>
                    <a:pt x="5463" y="1680"/>
                  </a:cubicBezTo>
                  <a:cubicBezTo>
                    <a:pt x="5125" y="818"/>
                    <a:pt x="4475" y="167"/>
                    <a:pt x="3718" y="21"/>
                  </a:cubicBezTo>
                  <a:lnTo>
                    <a:pt x="3572" y="21"/>
                  </a:lnTo>
                  <a:lnTo>
                    <a:pt x="3551"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Data Charts Infographics by Slidesgo">
  <a:themeElements>
    <a:clrScheme name="Simple Light">
      <a:dk1>
        <a:srgbClr val="000000"/>
      </a:dk1>
      <a:lt1>
        <a:srgbClr val="FFFFFF"/>
      </a:lt1>
      <a:dk2>
        <a:srgbClr val="595959"/>
      </a:dk2>
      <a:lt2>
        <a:srgbClr val="EEEEEE"/>
      </a:lt2>
      <a:accent1>
        <a:srgbClr val="1E35A1"/>
      </a:accent1>
      <a:accent2>
        <a:srgbClr val="0C79F3"/>
      </a:accent2>
      <a:accent3>
        <a:srgbClr val="00D4F0"/>
      </a:accent3>
      <a:accent4>
        <a:srgbClr val="2170B7"/>
      </a:accent4>
      <a:accent5>
        <a:srgbClr val="59A7FF"/>
      </a:accent5>
      <a:accent6>
        <a:srgbClr val="071554"/>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546</TotalTime>
  <Words>2081</Words>
  <Application>Microsoft Office PowerPoint</Application>
  <PresentationFormat>On-screen Show (16:9)</PresentationFormat>
  <Paragraphs>127</Paragraphs>
  <Slides>25</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Roboto</vt:lpstr>
      <vt:lpstr>Patrick Hand</vt:lpstr>
      <vt:lpstr>Arial</vt:lpstr>
      <vt:lpstr>Fira Sans Extra Condensed Medium</vt:lpstr>
      <vt:lpstr>Lora</vt:lpstr>
      <vt:lpstr>Data Charts Infographics by Slidesgo</vt:lpstr>
      <vt:lpstr>TÌNH TRẠNG HỌC TRỰC TUYẾN CỦA HỌC SINH MỸ TRONG THỜI KÌ COVID-19</vt:lpstr>
      <vt:lpstr>DANH SÁCH THÀNH VIÊN</vt:lpstr>
      <vt:lpstr>NỘI DUNG CHÍNH</vt:lpstr>
      <vt:lpstr>MỤC TIÊU PHÂN TÍCH</vt:lpstr>
      <vt:lpstr>COVID-19 là gì? </vt:lpstr>
      <vt:lpstr>PowerPoint Presentation</vt:lpstr>
      <vt:lpstr>PHÂN PHỐI NHÓM SẢN PHẨM CỦA MỸ NĂM 2020</vt:lpstr>
      <vt:lpstr>PHÂN PHỐI NHÓM SẢN PHẨM CỦA MỸ NĂM 2020</vt:lpstr>
      <vt:lpstr>PHÂN PHỐI NHÓM SẢN PHẨM CỦA MỸ NĂM 2020</vt:lpstr>
      <vt:lpstr>PHÂN PHỐI NHÓM SẢN PHẨM CỦA MỸ NĂM 2020</vt:lpstr>
      <vt:lpstr>MỨC ĐỘ TƯƠNG TÁC THEO SẢN PHẨM VÀO NĂM 2020</vt:lpstr>
      <vt:lpstr>SỰ TƯƠNG TÁC VỚI SẢN PHẨM TRONG CÁC THÁNG-2020</vt:lpstr>
      <vt:lpstr>TÌNH HÌNH HỌC TẬP TRỰC TUYẾN TRONG NĂM 2020 DƯỚI TÁC ĐỘNG  CỦA COVID-19</vt:lpstr>
      <vt:lpstr>CHẤT LƯỢNG TRẢI NGHIỆM GIÁO DỤC TRONG NĂM 2019-2020</vt:lpstr>
      <vt:lpstr>CHỈ SỐ TƯƠNG TÁC VÀ PHẦN TRĂM TRUY CẬP VÀO CÁC TRANG HỌC TRỰC TUYẾN CỦA HỌC SINH MỸ NĂM 2020</vt:lpstr>
      <vt:lpstr>PHÂN TÍCH 2 BANG CỤ THỂ: NEW YORK VÀ UTAH</vt:lpstr>
      <vt:lpstr>TẠI SAO LẠI CÓ SỰ KHÁC BIỆT</vt:lpstr>
      <vt:lpstr>SỰ KHÁC BIỆT VỀ CHÍNH SÁCH</vt:lpstr>
      <vt:lpstr>SỰ KHÁC BIỆT VỀ NHÂN KHẨU HỌC</vt:lpstr>
      <vt:lpstr>CHÊNH LỆCH TRÌNH ĐỘ HỌC VẤN VÀ CÁC YẾU TỐ KHÁC</vt:lpstr>
      <vt:lpstr>Tổng kết</vt:lpstr>
      <vt:lpstr>Giải pháp</vt:lpstr>
      <vt:lpstr>TẬP DỮ LIỆU SỬ DỤNG</vt:lpstr>
      <vt:lpstr>Đọc thêm </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ẢNH HƯỞNG CỦA COVID-19 TỚI VIỆC HỌC TRỰC TUYẾN</dc:title>
  <cp:lastModifiedBy>a46219 Lê Hải Sơn</cp:lastModifiedBy>
  <cp:revision>10</cp:revision>
  <dcterms:modified xsi:type="dcterms:W3CDTF">2024-04-28T13:21:25Z</dcterms:modified>
</cp:coreProperties>
</file>